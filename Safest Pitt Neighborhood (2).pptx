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Bebas Neue"/>
      <p:regular r:id="rId15"/>
    </p:embeddedFont>
    <p:embeddedFont>
      <p:font typeface="Passion One"/>
      <p:regular r:id="rId16"/>
      <p:bold r:id="rId17"/>
    </p:embeddedFont>
    <p:embeddedFont>
      <p:font typeface="PT Sans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BebasNeue-regular.fntdata"/><Relationship Id="rId14" Type="http://schemas.openxmlformats.org/officeDocument/2006/relationships/slide" Target="slides/slide10.xml"/><Relationship Id="rId17" Type="http://schemas.openxmlformats.org/officeDocument/2006/relationships/font" Target="fonts/PassionOne-bold.fntdata"/><Relationship Id="rId16" Type="http://schemas.openxmlformats.org/officeDocument/2006/relationships/font" Target="fonts/PassionOne-regular.fntdata"/><Relationship Id="rId19" Type="http://schemas.openxmlformats.org/officeDocument/2006/relationships/font" Target="fonts/PTSans-bold.fntdata"/><Relationship Id="rId18" Type="http://schemas.openxmlformats.org/officeDocument/2006/relationships/font" Target="fonts/P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a2b5745a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a2b5745a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a2b5745a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3a2b5745a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d44c0c1fc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d44c0c1fc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a2b5745a9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3a2b5745a9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a1fc85c30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a1fc85c30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3a1fc85c30a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3a1fc85c30a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51b1a71d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51b1a71d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84250"/>
            <a:ext cx="4700100" cy="27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783475"/>
            <a:ext cx="4150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8204196" y="2309443"/>
            <a:ext cx="1125135" cy="356313"/>
            <a:chOff x="5762775" y="261825"/>
            <a:chExt cx="564600" cy="178800"/>
          </a:xfrm>
        </p:grpSpPr>
        <p:sp>
          <p:nvSpPr>
            <p:cNvPr id="12" name="Google Shape;12;p2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7455186" y="1021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-162856" y="303743"/>
            <a:ext cx="1752143" cy="550210"/>
            <a:chOff x="4626925" y="135475"/>
            <a:chExt cx="973900" cy="305825"/>
          </a:xfrm>
        </p:grpSpPr>
        <p:sp>
          <p:nvSpPr>
            <p:cNvPr id="16" name="Google Shape;16;p2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755600" y="2201900"/>
            <a:ext cx="37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867425" y="1175950"/>
            <a:ext cx="1023000" cy="8418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5" name="Google Shape;25;p3"/>
          <p:cNvGrpSpPr/>
          <p:nvPr/>
        </p:nvGrpSpPr>
        <p:grpSpPr>
          <a:xfrm>
            <a:off x="4083319" y="264393"/>
            <a:ext cx="1752143" cy="550210"/>
            <a:chOff x="4626925" y="135475"/>
            <a:chExt cx="973900" cy="305825"/>
          </a:xfrm>
        </p:grpSpPr>
        <p:sp>
          <p:nvSpPr>
            <p:cNvPr id="26" name="Google Shape;26;p3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3"/>
          <p:cNvSpPr/>
          <p:nvPr/>
        </p:nvSpPr>
        <p:spPr>
          <a:xfrm>
            <a:off x="-563364" y="7101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775410" y="7101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48859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8246146" y="2149343"/>
            <a:ext cx="1125135" cy="356313"/>
            <a:chOff x="5762775" y="261825"/>
            <a:chExt cx="564600" cy="178800"/>
          </a:xfrm>
        </p:grpSpPr>
        <p:sp>
          <p:nvSpPr>
            <p:cNvPr id="36" name="Google Shape;36;p3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720000" y="1223650"/>
            <a:ext cx="77040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1" name="Google Shape;41;p4"/>
          <p:cNvSpPr/>
          <p:nvPr/>
        </p:nvSpPr>
        <p:spPr>
          <a:xfrm>
            <a:off x="274936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258170" y="36118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4"/>
          <p:cNvGrpSpPr/>
          <p:nvPr/>
        </p:nvGrpSpPr>
        <p:grpSpPr>
          <a:xfrm>
            <a:off x="-276531" y="-57544"/>
            <a:ext cx="1752143" cy="550210"/>
            <a:chOff x="4626925" y="135475"/>
            <a:chExt cx="973900" cy="305825"/>
          </a:xfrm>
        </p:grpSpPr>
        <p:sp>
          <p:nvSpPr>
            <p:cNvPr id="44" name="Google Shape;44;p4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8316021" y="4280193"/>
            <a:ext cx="1125135" cy="356313"/>
            <a:chOff x="5762775" y="261825"/>
            <a:chExt cx="564600" cy="178800"/>
          </a:xfrm>
        </p:grpSpPr>
        <p:sp>
          <p:nvSpPr>
            <p:cNvPr id="51" name="Google Shape;51;p4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4923249" y="2574150"/>
            <a:ext cx="25056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2" type="subTitle"/>
          </p:nvPr>
        </p:nvSpPr>
        <p:spPr>
          <a:xfrm>
            <a:off x="1715375" y="2574150"/>
            <a:ext cx="25056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3" type="subTitle"/>
          </p:nvPr>
        </p:nvSpPr>
        <p:spPr>
          <a:xfrm>
            <a:off x="1715375" y="2188977"/>
            <a:ext cx="2505600" cy="4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4" type="subTitle"/>
          </p:nvPr>
        </p:nvSpPr>
        <p:spPr>
          <a:xfrm>
            <a:off x="4923250" y="2188977"/>
            <a:ext cx="2505600" cy="4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9" name="Google Shape;59;p5"/>
          <p:cNvGrpSpPr/>
          <p:nvPr/>
        </p:nvGrpSpPr>
        <p:grpSpPr>
          <a:xfrm>
            <a:off x="7903769" y="1521818"/>
            <a:ext cx="1752143" cy="550210"/>
            <a:chOff x="4626925" y="135475"/>
            <a:chExt cx="973900" cy="305825"/>
          </a:xfrm>
        </p:grpSpPr>
        <p:sp>
          <p:nvSpPr>
            <p:cNvPr id="60" name="Google Shape;60;p5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5"/>
          <p:cNvSpPr/>
          <p:nvPr/>
        </p:nvSpPr>
        <p:spPr>
          <a:xfrm>
            <a:off x="-452189" y="22698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63260" y="2904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76870" y="34028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" name="Google Shape;71;p6"/>
          <p:cNvGrpSpPr/>
          <p:nvPr/>
        </p:nvGrpSpPr>
        <p:grpSpPr>
          <a:xfrm>
            <a:off x="-68742" y="183193"/>
            <a:ext cx="1125135" cy="356313"/>
            <a:chOff x="5762775" y="261825"/>
            <a:chExt cx="564600" cy="178800"/>
          </a:xfrm>
        </p:grpSpPr>
        <p:sp>
          <p:nvSpPr>
            <p:cNvPr id="72" name="Google Shape;72;p6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6"/>
          <p:cNvSpPr/>
          <p:nvPr/>
        </p:nvSpPr>
        <p:spPr>
          <a:xfrm>
            <a:off x="701371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6"/>
          <p:cNvGrpSpPr/>
          <p:nvPr/>
        </p:nvGrpSpPr>
        <p:grpSpPr>
          <a:xfrm>
            <a:off x="-382256" y="4475181"/>
            <a:ext cx="1752143" cy="550210"/>
            <a:chOff x="4626925" y="135475"/>
            <a:chExt cx="973900" cy="305825"/>
          </a:xfrm>
        </p:grpSpPr>
        <p:sp>
          <p:nvSpPr>
            <p:cNvPr id="76" name="Google Shape;76;p6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6"/>
          <p:cNvSpPr/>
          <p:nvPr/>
        </p:nvSpPr>
        <p:spPr>
          <a:xfrm>
            <a:off x="8430786" y="7985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448520" y="493661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type="title"/>
          </p:nvPr>
        </p:nvSpPr>
        <p:spPr>
          <a:xfrm>
            <a:off x="4134125" y="1057650"/>
            <a:ext cx="4294800" cy="6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1" type="subTitle"/>
          </p:nvPr>
        </p:nvSpPr>
        <p:spPr>
          <a:xfrm>
            <a:off x="4134125" y="17436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grpSp>
        <p:nvGrpSpPr>
          <p:cNvPr id="87" name="Google Shape;87;p7"/>
          <p:cNvGrpSpPr/>
          <p:nvPr/>
        </p:nvGrpSpPr>
        <p:grpSpPr>
          <a:xfrm>
            <a:off x="8267071" y="485443"/>
            <a:ext cx="1125135" cy="356313"/>
            <a:chOff x="5762775" y="261825"/>
            <a:chExt cx="564600" cy="178800"/>
          </a:xfrm>
        </p:grpSpPr>
        <p:sp>
          <p:nvSpPr>
            <p:cNvPr id="88" name="Google Shape;88;p7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-269256" y="2381443"/>
            <a:ext cx="1752143" cy="550210"/>
            <a:chOff x="4626925" y="135475"/>
            <a:chExt cx="973900" cy="305825"/>
          </a:xfrm>
        </p:grpSpPr>
        <p:sp>
          <p:nvSpPr>
            <p:cNvPr id="91" name="Google Shape;91;p7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8"/>
          <p:cNvSpPr/>
          <p:nvPr/>
        </p:nvSpPr>
        <p:spPr>
          <a:xfrm>
            <a:off x="274936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7833270" y="17551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8"/>
          <p:cNvGrpSpPr/>
          <p:nvPr/>
        </p:nvGrpSpPr>
        <p:grpSpPr>
          <a:xfrm>
            <a:off x="-708881" y="2148931"/>
            <a:ext cx="1752143" cy="550210"/>
            <a:chOff x="4626925" y="135475"/>
            <a:chExt cx="973900" cy="305825"/>
          </a:xfrm>
        </p:grpSpPr>
        <p:sp>
          <p:nvSpPr>
            <p:cNvPr id="102" name="Google Shape;102;p8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8316021" y="4280193"/>
            <a:ext cx="1125135" cy="356313"/>
            <a:chOff x="5762775" y="261825"/>
            <a:chExt cx="564600" cy="178800"/>
          </a:xfrm>
        </p:grpSpPr>
        <p:sp>
          <p:nvSpPr>
            <p:cNvPr id="109" name="Google Shape;109;p8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9"/>
          <p:cNvSpPr/>
          <p:nvPr/>
        </p:nvSpPr>
        <p:spPr>
          <a:xfrm>
            <a:off x="937935" y="33421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8526545" y="40436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-30556" y="769906"/>
            <a:ext cx="1752143" cy="550210"/>
            <a:chOff x="4626925" y="135475"/>
            <a:chExt cx="973900" cy="305825"/>
          </a:xfrm>
        </p:grpSpPr>
        <p:sp>
          <p:nvSpPr>
            <p:cNvPr id="117" name="Google Shape;117;p9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9"/>
          <p:cNvGrpSpPr/>
          <p:nvPr/>
        </p:nvGrpSpPr>
        <p:grpSpPr>
          <a:xfrm>
            <a:off x="7898571" y="2178068"/>
            <a:ext cx="1125135" cy="356313"/>
            <a:chOff x="5762775" y="261825"/>
            <a:chExt cx="564600" cy="178800"/>
          </a:xfrm>
        </p:grpSpPr>
        <p:sp>
          <p:nvSpPr>
            <p:cNvPr id="124" name="Google Shape;124;p9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4121150" y="1916300"/>
            <a:ext cx="3738900" cy="10530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subTitle"/>
          </p:nvPr>
        </p:nvSpPr>
        <p:spPr>
          <a:xfrm>
            <a:off x="4121150" y="2949450"/>
            <a:ext cx="3738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1" name="Google Shape;131;p11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1"/>
          <p:cNvGrpSpPr/>
          <p:nvPr/>
        </p:nvGrpSpPr>
        <p:grpSpPr>
          <a:xfrm>
            <a:off x="7476621" y="228543"/>
            <a:ext cx="1125135" cy="356313"/>
            <a:chOff x="5762775" y="261825"/>
            <a:chExt cx="564600" cy="178800"/>
          </a:xfrm>
        </p:grpSpPr>
        <p:sp>
          <p:nvSpPr>
            <p:cNvPr id="133" name="Google Shape;133;p11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669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669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255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255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hasCustomPrompt="1" idx="6" type="title"/>
          </p:nvPr>
        </p:nvSpPr>
        <p:spPr>
          <a:xfrm>
            <a:off x="6841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/>
          <p:nvPr>
            <p:ph hasCustomPrompt="1" idx="7" type="title"/>
          </p:nvPr>
        </p:nvSpPr>
        <p:spPr>
          <a:xfrm>
            <a:off x="6841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/>
          <p:nvPr>
            <p:ph idx="1" type="subTitle"/>
          </p:nvPr>
        </p:nvSpPr>
        <p:spPr>
          <a:xfrm>
            <a:off x="720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3306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9" type="subTitle"/>
          </p:nvPr>
        </p:nvSpPr>
        <p:spPr>
          <a:xfrm>
            <a:off x="5892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13" type="subTitle"/>
          </p:nvPr>
        </p:nvSpPr>
        <p:spPr>
          <a:xfrm>
            <a:off x="720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14" type="subTitle"/>
          </p:nvPr>
        </p:nvSpPr>
        <p:spPr>
          <a:xfrm>
            <a:off x="3306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15" type="subTitle"/>
          </p:nvPr>
        </p:nvSpPr>
        <p:spPr>
          <a:xfrm>
            <a:off x="5892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3889175" y="789575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4"/>
          <p:cNvSpPr txBox="1"/>
          <p:nvPr>
            <p:ph idx="1" type="subTitle"/>
          </p:nvPr>
        </p:nvSpPr>
        <p:spPr>
          <a:xfrm>
            <a:off x="3889175" y="1997675"/>
            <a:ext cx="43737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53" name="Google Shape;153;p14"/>
          <p:cNvGrpSpPr/>
          <p:nvPr/>
        </p:nvGrpSpPr>
        <p:grpSpPr>
          <a:xfrm>
            <a:off x="7391844" y="595331"/>
            <a:ext cx="1752143" cy="550210"/>
            <a:chOff x="4626925" y="135475"/>
            <a:chExt cx="973900" cy="305825"/>
          </a:xfrm>
        </p:grpSpPr>
        <p:sp>
          <p:nvSpPr>
            <p:cNvPr id="154" name="Google Shape;154;p14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4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781435" y="8919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3889185" y="46576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4"/>
          <p:cNvGrpSpPr/>
          <p:nvPr/>
        </p:nvGrpSpPr>
        <p:grpSpPr>
          <a:xfrm>
            <a:off x="8134596" y="4573718"/>
            <a:ext cx="1125135" cy="356313"/>
            <a:chOff x="5762775" y="261825"/>
            <a:chExt cx="564600" cy="178800"/>
          </a:xfrm>
        </p:grpSpPr>
        <p:sp>
          <p:nvSpPr>
            <p:cNvPr id="164" name="Google Shape;164;p14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65625" y="531725"/>
            <a:ext cx="20742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15"/>
          <p:cNvSpPr txBox="1"/>
          <p:nvPr>
            <p:ph idx="1" type="subTitle"/>
          </p:nvPr>
        </p:nvSpPr>
        <p:spPr>
          <a:xfrm>
            <a:off x="865625" y="1624875"/>
            <a:ext cx="2074200" cy="11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69" name="Google Shape;169;p15"/>
          <p:cNvGrpSpPr/>
          <p:nvPr/>
        </p:nvGrpSpPr>
        <p:grpSpPr>
          <a:xfrm>
            <a:off x="-439306" y="3962068"/>
            <a:ext cx="1752143" cy="550210"/>
            <a:chOff x="4626925" y="135475"/>
            <a:chExt cx="973900" cy="305825"/>
          </a:xfrm>
        </p:grpSpPr>
        <p:sp>
          <p:nvSpPr>
            <p:cNvPr id="170" name="Google Shape;170;p15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5"/>
          <p:cNvSpPr/>
          <p:nvPr/>
        </p:nvSpPr>
        <p:spPr>
          <a:xfrm>
            <a:off x="-170039" y="5395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15"/>
          <p:cNvGrpSpPr/>
          <p:nvPr/>
        </p:nvGrpSpPr>
        <p:grpSpPr>
          <a:xfrm>
            <a:off x="7927746" y="539493"/>
            <a:ext cx="1125135" cy="356313"/>
            <a:chOff x="5762775" y="261825"/>
            <a:chExt cx="564600" cy="178800"/>
          </a:xfrm>
        </p:grpSpPr>
        <p:sp>
          <p:nvSpPr>
            <p:cNvPr id="178" name="Google Shape;178;p15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" name="Google Shape;182;p16"/>
          <p:cNvGrpSpPr/>
          <p:nvPr/>
        </p:nvGrpSpPr>
        <p:grpSpPr>
          <a:xfrm>
            <a:off x="-458917" y="2608643"/>
            <a:ext cx="1125135" cy="356313"/>
            <a:chOff x="5762775" y="261825"/>
            <a:chExt cx="564600" cy="178800"/>
          </a:xfrm>
        </p:grpSpPr>
        <p:sp>
          <p:nvSpPr>
            <p:cNvPr id="183" name="Google Shape;183;p16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6"/>
          <p:cNvSpPr/>
          <p:nvPr/>
        </p:nvSpPr>
        <p:spPr>
          <a:xfrm>
            <a:off x="701371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16"/>
          <p:cNvGrpSpPr/>
          <p:nvPr/>
        </p:nvGrpSpPr>
        <p:grpSpPr>
          <a:xfrm>
            <a:off x="8214169" y="399031"/>
            <a:ext cx="1752143" cy="550210"/>
            <a:chOff x="4626925" y="135475"/>
            <a:chExt cx="973900" cy="305825"/>
          </a:xfrm>
        </p:grpSpPr>
        <p:sp>
          <p:nvSpPr>
            <p:cNvPr id="187" name="Google Shape;187;p16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6"/>
          <p:cNvSpPr/>
          <p:nvPr/>
        </p:nvSpPr>
        <p:spPr>
          <a:xfrm>
            <a:off x="8489311" y="46040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5839585" y="48182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720000" y="269307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2" type="subTitle"/>
          </p:nvPr>
        </p:nvSpPr>
        <p:spPr>
          <a:xfrm>
            <a:off x="720000" y="151502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3" type="subTitle"/>
          </p:nvPr>
        </p:nvSpPr>
        <p:spPr>
          <a:xfrm>
            <a:off x="720000" y="387722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7"/>
          <p:cNvSpPr txBox="1"/>
          <p:nvPr>
            <p:ph idx="4" type="subTitle"/>
          </p:nvPr>
        </p:nvSpPr>
        <p:spPr>
          <a:xfrm>
            <a:off x="720000" y="221475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5" type="subTitle"/>
          </p:nvPr>
        </p:nvSpPr>
        <p:spPr>
          <a:xfrm>
            <a:off x="720000" y="103660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6" type="subTitle"/>
          </p:nvPr>
        </p:nvSpPr>
        <p:spPr>
          <a:xfrm>
            <a:off x="720000" y="339890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3" name="Google Shape;203;p17"/>
          <p:cNvGrpSpPr/>
          <p:nvPr/>
        </p:nvGrpSpPr>
        <p:grpSpPr>
          <a:xfrm>
            <a:off x="7916619" y="2184043"/>
            <a:ext cx="1752143" cy="550210"/>
            <a:chOff x="4626925" y="135475"/>
            <a:chExt cx="973900" cy="305825"/>
          </a:xfrm>
        </p:grpSpPr>
        <p:sp>
          <p:nvSpPr>
            <p:cNvPr id="204" name="Google Shape;204;p17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/>
          <p:nvPr/>
        </p:nvSpPr>
        <p:spPr>
          <a:xfrm>
            <a:off x="5398536" y="24842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18"/>
          <p:cNvSpPr txBox="1"/>
          <p:nvPr>
            <p:ph idx="1" type="subTitle"/>
          </p:nvPr>
        </p:nvSpPr>
        <p:spPr>
          <a:xfrm>
            <a:off x="1001574" y="173562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2" type="subTitle"/>
          </p:nvPr>
        </p:nvSpPr>
        <p:spPr>
          <a:xfrm>
            <a:off x="4828026" y="173562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8"/>
          <p:cNvSpPr txBox="1"/>
          <p:nvPr>
            <p:ph idx="3" type="subTitle"/>
          </p:nvPr>
        </p:nvSpPr>
        <p:spPr>
          <a:xfrm>
            <a:off x="1001574" y="339620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4" type="subTitle"/>
          </p:nvPr>
        </p:nvSpPr>
        <p:spPr>
          <a:xfrm>
            <a:off x="4828026" y="339620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8"/>
          <p:cNvSpPr txBox="1"/>
          <p:nvPr>
            <p:ph idx="5" type="subTitle"/>
          </p:nvPr>
        </p:nvSpPr>
        <p:spPr>
          <a:xfrm>
            <a:off x="1001575" y="12858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6" type="subTitle"/>
          </p:nvPr>
        </p:nvSpPr>
        <p:spPr>
          <a:xfrm>
            <a:off x="1001575" y="29466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7" type="subTitle"/>
          </p:nvPr>
        </p:nvSpPr>
        <p:spPr>
          <a:xfrm>
            <a:off x="4828000" y="12858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0" name="Google Shape;220;p18"/>
          <p:cNvSpPr txBox="1"/>
          <p:nvPr>
            <p:ph idx="8" type="subTitle"/>
          </p:nvPr>
        </p:nvSpPr>
        <p:spPr>
          <a:xfrm>
            <a:off x="4827999" y="29466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1" name="Google Shape;221;p18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299720" y="35442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18"/>
          <p:cNvGrpSpPr/>
          <p:nvPr/>
        </p:nvGrpSpPr>
        <p:grpSpPr>
          <a:xfrm>
            <a:off x="8348819" y="3182881"/>
            <a:ext cx="1752143" cy="550210"/>
            <a:chOff x="4626925" y="135475"/>
            <a:chExt cx="973900" cy="305825"/>
          </a:xfrm>
        </p:grpSpPr>
        <p:sp>
          <p:nvSpPr>
            <p:cNvPr id="224" name="Google Shape;224;p18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18"/>
          <p:cNvSpPr/>
          <p:nvPr/>
        </p:nvSpPr>
        <p:spPr>
          <a:xfrm>
            <a:off x="8705185" y="16030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18"/>
          <p:cNvGrpSpPr/>
          <p:nvPr/>
        </p:nvGrpSpPr>
        <p:grpSpPr>
          <a:xfrm>
            <a:off x="7476621" y="228543"/>
            <a:ext cx="1125135" cy="356313"/>
            <a:chOff x="5762775" y="261825"/>
            <a:chExt cx="564600" cy="178800"/>
          </a:xfrm>
        </p:grpSpPr>
        <p:sp>
          <p:nvSpPr>
            <p:cNvPr id="232" name="Google Shape;232;p18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1" type="subTitle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idx="2" type="subTitle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19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19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5" type="subTitle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7" type="subTitle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3" name="Google Shape;243;p19"/>
          <p:cNvSpPr txBox="1"/>
          <p:nvPr>
            <p:ph idx="8" type="subTitle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4" name="Google Shape;244;p19"/>
          <p:cNvSpPr txBox="1"/>
          <p:nvPr>
            <p:ph idx="9" type="subTitle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5" name="Google Shape;245;p19"/>
          <p:cNvSpPr txBox="1"/>
          <p:nvPr>
            <p:ph idx="13" type="subTitle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6" name="Google Shape;246;p19"/>
          <p:cNvSpPr txBox="1"/>
          <p:nvPr>
            <p:ph idx="14" type="subTitle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15" type="subTitle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" name="Google Shape;248;p19"/>
          <p:cNvSpPr/>
          <p:nvPr/>
        </p:nvSpPr>
        <p:spPr>
          <a:xfrm>
            <a:off x="-385639" y="42475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1870" y="1482900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19"/>
          <p:cNvGrpSpPr/>
          <p:nvPr/>
        </p:nvGrpSpPr>
        <p:grpSpPr>
          <a:xfrm>
            <a:off x="8430771" y="2780993"/>
            <a:ext cx="1125135" cy="356313"/>
            <a:chOff x="5762775" y="261825"/>
            <a:chExt cx="564600" cy="178800"/>
          </a:xfrm>
        </p:grpSpPr>
        <p:sp>
          <p:nvSpPr>
            <p:cNvPr id="251" name="Google Shape;251;p19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/>
          <p:nvPr/>
        </p:nvSpPr>
        <p:spPr>
          <a:xfrm>
            <a:off x="8698760" y="430340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19"/>
          <p:cNvGrpSpPr/>
          <p:nvPr/>
        </p:nvGrpSpPr>
        <p:grpSpPr>
          <a:xfrm>
            <a:off x="4234019" y="231781"/>
            <a:ext cx="1752143" cy="550210"/>
            <a:chOff x="4626925" y="135475"/>
            <a:chExt cx="973900" cy="305825"/>
          </a:xfrm>
        </p:grpSpPr>
        <p:sp>
          <p:nvSpPr>
            <p:cNvPr id="255" name="Google Shape;255;p19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hasCustomPrompt="1" type="title"/>
          </p:nvPr>
        </p:nvSpPr>
        <p:spPr>
          <a:xfrm>
            <a:off x="1356175" y="1983782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3" name="Google Shape;263;p20"/>
          <p:cNvSpPr txBox="1"/>
          <p:nvPr>
            <p:ph idx="1" type="subTitle"/>
          </p:nvPr>
        </p:nvSpPr>
        <p:spPr>
          <a:xfrm>
            <a:off x="1356177" y="2742701"/>
            <a:ext cx="2424600" cy="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hasCustomPrompt="1" idx="2" type="title"/>
          </p:nvPr>
        </p:nvSpPr>
        <p:spPr>
          <a:xfrm>
            <a:off x="1356175" y="773125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0"/>
          <p:cNvSpPr txBox="1"/>
          <p:nvPr>
            <p:ph idx="3" type="subTitle"/>
          </p:nvPr>
        </p:nvSpPr>
        <p:spPr>
          <a:xfrm>
            <a:off x="1356177" y="1532029"/>
            <a:ext cx="2424600" cy="3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6" name="Google Shape;266;p20"/>
          <p:cNvSpPr txBox="1"/>
          <p:nvPr>
            <p:ph hasCustomPrompt="1" idx="4" type="title"/>
          </p:nvPr>
        </p:nvSpPr>
        <p:spPr>
          <a:xfrm>
            <a:off x="1356176" y="3217257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/>
          <p:nvPr>
            <p:ph idx="5" type="subTitle"/>
          </p:nvPr>
        </p:nvSpPr>
        <p:spPr>
          <a:xfrm>
            <a:off x="1356177" y="3976175"/>
            <a:ext cx="2424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68" name="Google Shape;268;p20"/>
          <p:cNvGrpSpPr/>
          <p:nvPr/>
        </p:nvGrpSpPr>
        <p:grpSpPr>
          <a:xfrm>
            <a:off x="-407981" y="765431"/>
            <a:ext cx="1752143" cy="550210"/>
            <a:chOff x="4626925" y="135475"/>
            <a:chExt cx="973900" cy="305825"/>
          </a:xfrm>
        </p:grpSpPr>
        <p:sp>
          <p:nvSpPr>
            <p:cNvPr id="269" name="Google Shape;269;p20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0"/>
          <p:cNvSpPr/>
          <p:nvPr/>
        </p:nvSpPr>
        <p:spPr>
          <a:xfrm>
            <a:off x="8512611" y="35110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8092145" y="92918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060385" y="3226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" name="Google Shape;278;p20"/>
          <p:cNvGrpSpPr/>
          <p:nvPr/>
        </p:nvGrpSpPr>
        <p:grpSpPr>
          <a:xfrm>
            <a:off x="6801546" y="1700868"/>
            <a:ext cx="1125135" cy="356313"/>
            <a:chOff x="5762775" y="261825"/>
            <a:chExt cx="564600" cy="178800"/>
          </a:xfrm>
        </p:grpSpPr>
        <p:sp>
          <p:nvSpPr>
            <p:cNvPr id="279" name="Google Shape;279;p20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>
            <p:ph type="title"/>
          </p:nvPr>
        </p:nvSpPr>
        <p:spPr>
          <a:xfrm>
            <a:off x="4130900" y="540000"/>
            <a:ext cx="3677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3" name="Google Shape;283;p21"/>
          <p:cNvSpPr txBox="1"/>
          <p:nvPr>
            <p:ph idx="1" type="subTitle"/>
          </p:nvPr>
        </p:nvSpPr>
        <p:spPr>
          <a:xfrm>
            <a:off x="4130900" y="1841450"/>
            <a:ext cx="3677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21"/>
          <p:cNvSpPr txBox="1"/>
          <p:nvPr/>
        </p:nvSpPr>
        <p:spPr>
          <a:xfrm>
            <a:off x="4130900" y="3611950"/>
            <a:ext cx="4221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5" name="Google Shape;285;p21"/>
          <p:cNvGrpSpPr/>
          <p:nvPr/>
        </p:nvGrpSpPr>
        <p:grpSpPr>
          <a:xfrm>
            <a:off x="-172654" y="1694480"/>
            <a:ext cx="1125135" cy="356313"/>
            <a:chOff x="5762775" y="261825"/>
            <a:chExt cx="564600" cy="178800"/>
          </a:xfrm>
        </p:grpSpPr>
        <p:sp>
          <p:nvSpPr>
            <p:cNvPr id="286" name="Google Shape;286;p21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21"/>
          <p:cNvSpPr/>
          <p:nvPr/>
        </p:nvSpPr>
        <p:spPr>
          <a:xfrm>
            <a:off x="7750936" y="10472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1"/>
          <p:cNvGrpSpPr/>
          <p:nvPr/>
        </p:nvGrpSpPr>
        <p:grpSpPr>
          <a:xfrm>
            <a:off x="7706694" y="4386243"/>
            <a:ext cx="1752143" cy="550210"/>
            <a:chOff x="4626925" y="135475"/>
            <a:chExt cx="973900" cy="305825"/>
          </a:xfrm>
        </p:grpSpPr>
        <p:sp>
          <p:nvSpPr>
            <p:cNvPr id="290" name="Google Shape;290;p21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2"/>
          <p:cNvGrpSpPr/>
          <p:nvPr/>
        </p:nvGrpSpPr>
        <p:grpSpPr>
          <a:xfrm>
            <a:off x="6792546" y="4425843"/>
            <a:ext cx="1125135" cy="356313"/>
            <a:chOff x="5762775" y="261825"/>
            <a:chExt cx="564600" cy="178800"/>
          </a:xfrm>
        </p:grpSpPr>
        <p:sp>
          <p:nvSpPr>
            <p:cNvPr id="298" name="Google Shape;298;p22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2"/>
          <p:cNvGrpSpPr/>
          <p:nvPr/>
        </p:nvGrpSpPr>
        <p:grpSpPr>
          <a:xfrm>
            <a:off x="-401056" y="1175943"/>
            <a:ext cx="1752143" cy="550210"/>
            <a:chOff x="4626925" y="135475"/>
            <a:chExt cx="973900" cy="305825"/>
          </a:xfrm>
        </p:grpSpPr>
        <p:sp>
          <p:nvSpPr>
            <p:cNvPr id="301" name="Google Shape;301;p22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22"/>
          <p:cNvSpPr/>
          <p:nvPr/>
        </p:nvSpPr>
        <p:spPr>
          <a:xfrm>
            <a:off x="825414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3"/>
          <p:cNvGrpSpPr/>
          <p:nvPr/>
        </p:nvGrpSpPr>
        <p:grpSpPr>
          <a:xfrm>
            <a:off x="8246146" y="2149343"/>
            <a:ext cx="1125135" cy="356313"/>
            <a:chOff x="5762775" y="261825"/>
            <a:chExt cx="564600" cy="178800"/>
          </a:xfrm>
        </p:grpSpPr>
        <p:sp>
          <p:nvSpPr>
            <p:cNvPr id="310" name="Google Shape;310;p23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23"/>
          <p:cNvSpPr/>
          <p:nvPr/>
        </p:nvSpPr>
        <p:spPr>
          <a:xfrm>
            <a:off x="2882961" y="3005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23"/>
          <p:cNvGrpSpPr/>
          <p:nvPr/>
        </p:nvGrpSpPr>
        <p:grpSpPr>
          <a:xfrm>
            <a:off x="-266881" y="3827768"/>
            <a:ext cx="1752143" cy="550210"/>
            <a:chOff x="4626925" y="135475"/>
            <a:chExt cx="973900" cy="305825"/>
          </a:xfrm>
        </p:grpSpPr>
        <p:sp>
          <p:nvSpPr>
            <p:cNvPr id="314" name="Google Shape;314;p23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23"/>
          <p:cNvSpPr/>
          <p:nvPr/>
        </p:nvSpPr>
        <p:spPr>
          <a:xfrm>
            <a:off x="7775410" y="7101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548859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Gleason2044/Final-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>
            <p:ph type="ctrTitle"/>
          </p:nvPr>
        </p:nvSpPr>
        <p:spPr>
          <a:xfrm>
            <a:off x="713225" y="884250"/>
            <a:ext cx="4700100" cy="27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Neighborhood in Pittsburgh</a:t>
            </a:r>
            <a:endParaRPr/>
          </a:p>
        </p:txBody>
      </p:sp>
      <p:grpSp>
        <p:nvGrpSpPr>
          <p:cNvPr id="327" name="Google Shape;327;p24"/>
          <p:cNvGrpSpPr/>
          <p:nvPr/>
        </p:nvGrpSpPr>
        <p:grpSpPr>
          <a:xfrm>
            <a:off x="4989100" y="1398730"/>
            <a:ext cx="3816176" cy="3205270"/>
            <a:chOff x="4989100" y="1398730"/>
            <a:chExt cx="3816176" cy="3205270"/>
          </a:xfrm>
        </p:grpSpPr>
        <p:sp>
          <p:nvSpPr>
            <p:cNvPr id="328" name="Google Shape;328;p24"/>
            <p:cNvSpPr/>
            <p:nvPr/>
          </p:nvSpPr>
          <p:spPr>
            <a:xfrm>
              <a:off x="6365683" y="1924108"/>
              <a:ext cx="776184" cy="2451946"/>
            </a:xfrm>
            <a:custGeom>
              <a:rect b="b" l="l" r="r" t="t"/>
              <a:pathLst>
                <a:path extrusionOk="0" h="32648" w="10335">
                  <a:moveTo>
                    <a:pt x="0" y="0"/>
                  </a:moveTo>
                  <a:lnTo>
                    <a:pt x="0" y="32647"/>
                  </a:lnTo>
                  <a:lnTo>
                    <a:pt x="10334" y="32647"/>
                  </a:lnTo>
                  <a:lnTo>
                    <a:pt x="10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" name="Google Shape;329;p24"/>
            <p:cNvGrpSpPr/>
            <p:nvPr/>
          </p:nvGrpSpPr>
          <p:grpSpPr>
            <a:xfrm>
              <a:off x="5610777" y="1398730"/>
              <a:ext cx="237925" cy="3015666"/>
              <a:chOff x="3171350" y="790775"/>
              <a:chExt cx="79200" cy="1003850"/>
            </a:xfrm>
          </p:grpSpPr>
          <p:sp>
            <p:nvSpPr>
              <p:cNvPr id="330" name="Google Shape;330;p24"/>
              <p:cNvSpPr/>
              <p:nvPr/>
            </p:nvSpPr>
            <p:spPr>
              <a:xfrm>
                <a:off x="3196125" y="816775"/>
                <a:ext cx="28725" cy="28725"/>
              </a:xfrm>
              <a:custGeom>
                <a:rect b="b" l="l" r="r" t="t"/>
                <a:pathLst>
                  <a:path extrusionOk="0" h="1149" w="1149">
                    <a:moveTo>
                      <a:pt x="581" y="0"/>
                    </a:moveTo>
                    <a:cubicBezTo>
                      <a:pt x="267" y="0"/>
                      <a:pt x="1" y="254"/>
                      <a:pt x="1" y="581"/>
                    </a:cubicBezTo>
                    <a:cubicBezTo>
                      <a:pt x="1" y="895"/>
                      <a:pt x="267" y="1149"/>
                      <a:pt x="581" y="1149"/>
                    </a:cubicBezTo>
                    <a:cubicBezTo>
                      <a:pt x="895" y="1149"/>
                      <a:pt x="1149" y="895"/>
                      <a:pt x="1149" y="581"/>
                    </a:cubicBezTo>
                    <a:cubicBezTo>
                      <a:pt x="1149" y="254"/>
                      <a:pt x="895" y="12"/>
                      <a:pt x="5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4"/>
              <p:cNvSpPr/>
              <p:nvPr/>
            </p:nvSpPr>
            <p:spPr>
              <a:xfrm>
                <a:off x="3191600" y="863000"/>
                <a:ext cx="38700" cy="38400"/>
              </a:xfrm>
              <a:custGeom>
                <a:rect b="b" l="l" r="r" t="t"/>
                <a:pathLst>
                  <a:path extrusionOk="0" h="1536" w="1548">
                    <a:moveTo>
                      <a:pt x="774" y="1"/>
                    </a:moveTo>
                    <a:cubicBezTo>
                      <a:pt x="351" y="1"/>
                      <a:pt x="0" y="339"/>
                      <a:pt x="0" y="762"/>
                    </a:cubicBezTo>
                    <a:cubicBezTo>
                      <a:pt x="0" y="1185"/>
                      <a:pt x="351" y="1536"/>
                      <a:pt x="774" y="1536"/>
                    </a:cubicBezTo>
                    <a:cubicBezTo>
                      <a:pt x="1197" y="1536"/>
                      <a:pt x="1547" y="1185"/>
                      <a:pt x="1547" y="762"/>
                    </a:cubicBezTo>
                    <a:cubicBezTo>
                      <a:pt x="1547" y="339"/>
                      <a:pt x="1197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4"/>
              <p:cNvSpPr/>
              <p:nvPr/>
            </p:nvSpPr>
            <p:spPr>
              <a:xfrm>
                <a:off x="3184650" y="924050"/>
                <a:ext cx="52900" cy="52900"/>
              </a:xfrm>
              <a:custGeom>
                <a:rect b="b" l="l" r="r" t="t"/>
                <a:pathLst>
                  <a:path extrusionOk="0" h="2116" w="2116">
                    <a:moveTo>
                      <a:pt x="1052" y="0"/>
                    </a:moveTo>
                    <a:cubicBezTo>
                      <a:pt x="460" y="0"/>
                      <a:pt x="0" y="472"/>
                      <a:pt x="0" y="1064"/>
                    </a:cubicBezTo>
                    <a:cubicBezTo>
                      <a:pt x="0" y="1644"/>
                      <a:pt x="460" y="2115"/>
                      <a:pt x="1052" y="2115"/>
                    </a:cubicBezTo>
                    <a:cubicBezTo>
                      <a:pt x="1644" y="2115"/>
                      <a:pt x="2115" y="1644"/>
                      <a:pt x="2115" y="1064"/>
                    </a:cubicBezTo>
                    <a:cubicBezTo>
                      <a:pt x="2115" y="484"/>
                      <a:pt x="1632" y="0"/>
                      <a:pt x="10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4"/>
              <p:cNvSpPr/>
              <p:nvPr/>
            </p:nvSpPr>
            <p:spPr>
              <a:xfrm>
                <a:off x="3171350" y="790775"/>
                <a:ext cx="79200" cy="1003850"/>
              </a:xfrm>
              <a:custGeom>
                <a:rect b="b" l="l" r="r" t="t"/>
                <a:pathLst>
                  <a:path extrusionOk="0" h="40154" w="3168">
                    <a:moveTo>
                      <a:pt x="1439" y="1"/>
                    </a:moveTo>
                    <a:lnTo>
                      <a:pt x="0" y="40153"/>
                    </a:lnTo>
                    <a:lnTo>
                      <a:pt x="3167" y="40153"/>
                    </a:lnTo>
                    <a:lnTo>
                      <a:pt x="1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24"/>
            <p:cNvGrpSpPr/>
            <p:nvPr/>
          </p:nvGrpSpPr>
          <p:grpSpPr>
            <a:xfrm>
              <a:off x="5738304" y="1398803"/>
              <a:ext cx="697542" cy="3015600"/>
              <a:chOff x="5718450" y="2422075"/>
              <a:chExt cx="460850" cy="1992336"/>
            </a:xfrm>
          </p:grpSpPr>
          <p:sp>
            <p:nvSpPr>
              <p:cNvPr id="335" name="Google Shape;335;p24"/>
              <p:cNvSpPr/>
              <p:nvPr/>
            </p:nvSpPr>
            <p:spPr>
              <a:xfrm>
                <a:off x="5833479" y="4045230"/>
                <a:ext cx="125182" cy="233266"/>
              </a:xfrm>
              <a:custGeom>
                <a:rect b="b" l="l" r="r" t="t"/>
                <a:pathLst>
                  <a:path extrusionOk="0" h="4461" w="2394">
                    <a:moveTo>
                      <a:pt x="1197" y="1"/>
                    </a:moveTo>
                    <a:cubicBezTo>
                      <a:pt x="798" y="1"/>
                      <a:pt x="484" y="315"/>
                      <a:pt x="484" y="714"/>
                    </a:cubicBezTo>
                    <a:cubicBezTo>
                      <a:pt x="484" y="883"/>
                      <a:pt x="545" y="1016"/>
                      <a:pt x="617" y="1137"/>
                    </a:cubicBezTo>
                    <a:cubicBezTo>
                      <a:pt x="424" y="1306"/>
                      <a:pt x="291" y="1548"/>
                      <a:pt x="291" y="1826"/>
                    </a:cubicBezTo>
                    <a:cubicBezTo>
                      <a:pt x="291" y="2031"/>
                      <a:pt x="351" y="2213"/>
                      <a:pt x="448" y="2346"/>
                    </a:cubicBezTo>
                    <a:cubicBezTo>
                      <a:pt x="182" y="2551"/>
                      <a:pt x="1" y="2902"/>
                      <a:pt x="1" y="3264"/>
                    </a:cubicBezTo>
                    <a:cubicBezTo>
                      <a:pt x="1" y="3917"/>
                      <a:pt x="533" y="4461"/>
                      <a:pt x="1197" y="4461"/>
                    </a:cubicBezTo>
                    <a:cubicBezTo>
                      <a:pt x="1850" y="4461"/>
                      <a:pt x="2394" y="3929"/>
                      <a:pt x="2394" y="3264"/>
                    </a:cubicBezTo>
                    <a:cubicBezTo>
                      <a:pt x="2370" y="2902"/>
                      <a:pt x="2213" y="2551"/>
                      <a:pt x="1935" y="2346"/>
                    </a:cubicBezTo>
                    <a:cubicBezTo>
                      <a:pt x="2043" y="2188"/>
                      <a:pt x="2104" y="2007"/>
                      <a:pt x="2104" y="1826"/>
                    </a:cubicBezTo>
                    <a:cubicBezTo>
                      <a:pt x="2104" y="1548"/>
                      <a:pt x="1971" y="1306"/>
                      <a:pt x="1765" y="1137"/>
                    </a:cubicBezTo>
                    <a:cubicBezTo>
                      <a:pt x="1862" y="1016"/>
                      <a:pt x="1910" y="883"/>
                      <a:pt x="1910" y="714"/>
                    </a:cubicBezTo>
                    <a:cubicBezTo>
                      <a:pt x="1910" y="315"/>
                      <a:pt x="1584" y="1"/>
                      <a:pt x="1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4"/>
              <p:cNvSpPr/>
              <p:nvPr/>
            </p:nvSpPr>
            <p:spPr>
              <a:xfrm>
                <a:off x="5896070" y="4145731"/>
                <a:ext cx="52" cy="268666"/>
              </a:xfrm>
              <a:custGeom>
                <a:rect b="b" l="l" r="r" t="t"/>
                <a:pathLst>
                  <a:path extrusionOk="0" fill="none" h="5138" w="1">
                    <a:moveTo>
                      <a:pt x="0" y="0"/>
                    </a:moveTo>
                    <a:lnTo>
                      <a:pt x="0" y="5137"/>
                    </a:lnTo>
                  </a:path>
                </a:pathLst>
              </a:custGeom>
              <a:solidFill>
                <a:schemeClr val="dk2"/>
              </a:solidFill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4"/>
              <p:cNvSpPr/>
              <p:nvPr/>
            </p:nvSpPr>
            <p:spPr>
              <a:xfrm>
                <a:off x="5944387" y="2422075"/>
                <a:ext cx="9568" cy="202163"/>
              </a:xfrm>
              <a:custGeom>
                <a:rect b="b" l="l" r="r" t="t"/>
                <a:pathLst>
                  <a:path extrusionOk="0" h="4099" w="194">
                    <a:moveTo>
                      <a:pt x="0" y="1"/>
                    </a:moveTo>
                    <a:lnTo>
                      <a:pt x="0" y="4098"/>
                    </a:lnTo>
                    <a:lnTo>
                      <a:pt x="194" y="4098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4"/>
              <p:cNvSpPr/>
              <p:nvPr/>
            </p:nvSpPr>
            <p:spPr>
              <a:xfrm>
                <a:off x="5944387" y="2561603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0" y="0"/>
                    </a:moveTo>
                    <a:lnTo>
                      <a:pt x="0" y="1282"/>
                    </a:lnTo>
                    <a:lnTo>
                      <a:pt x="194" y="128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4"/>
              <p:cNvSpPr/>
              <p:nvPr/>
            </p:nvSpPr>
            <p:spPr>
              <a:xfrm>
                <a:off x="5905621" y="2486488"/>
                <a:ext cx="9568" cy="160389"/>
              </a:xfrm>
              <a:custGeom>
                <a:rect b="b" l="l" r="r" t="t"/>
                <a:pathLst>
                  <a:path extrusionOk="0" h="3252" w="194">
                    <a:moveTo>
                      <a:pt x="1" y="0"/>
                    </a:moveTo>
                    <a:lnTo>
                      <a:pt x="1" y="3252"/>
                    </a:lnTo>
                    <a:lnTo>
                      <a:pt x="194" y="325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4"/>
              <p:cNvSpPr/>
              <p:nvPr/>
            </p:nvSpPr>
            <p:spPr>
              <a:xfrm>
                <a:off x="5981920" y="2486488"/>
                <a:ext cx="10209" cy="160389"/>
              </a:xfrm>
              <a:custGeom>
                <a:rect b="b" l="l" r="r" t="t"/>
                <a:pathLst>
                  <a:path extrusionOk="0" h="3252" w="207">
                    <a:moveTo>
                      <a:pt x="1" y="0"/>
                    </a:moveTo>
                    <a:lnTo>
                      <a:pt x="1" y="3252"/>
                    </a:lnTo>
                    <a:lnTo>
                      <a:pt x="206" y="3252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4"/>
              <p:cNvSpPr/>
              <p:nvPr/>
            </p:nvSpPr>
            <p:spPr>
              <a:xfrm>
                <a:off x="5905621" y="2573538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1" y="0"/>
                    </a:moveTo>
                    <a:lnTo>
                      <a:pt x="1" y="1281"/>
                    </a:lnTo>
                    <a:lnTo>
                      <a:pt x="194" y="1281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4"/>
              <p:cNvSpPr/>
              <p:nvPr/>
            </p:nvSpPr>
            <p:spPr>
              <a:xfrm>
                <a:off x="5981920" y="2573538"/>
                <a:ext cx="10209" cy="63228"/>
              </a:xfrm>
              <a:custGeom>
                <a:rect b="b" l="l" r="r" t="t"/>
                <a:pathLst>
                  <a:path extrusionOk="0" h="1282" w="207">
                    <a:moveTo>
                      <a:pt x="1" y="0"/>
                    </a:moveTo>
                    <a:lnTo>
                      <a:pt x="1" y="1281"/>
                    </a:lnTo>
                    <a:lnTo>
                      <a:pt x="206" y="128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4"/>
              <p:cNvSpPr/>
              <p:nvPr/>
            </p:nvSpPr>
            <p:spPr>
              <a:xfrm>
                <a:off x="5843033" y="2582465"/>
                <a:ext cx="211681" cy="410786"/>
              </a:xfrm>
              <a:custGeom>
                <a:rect b="b" l="l" r="r" t="t"/>
                <a:pathLst>
                  <a:path extrusionOk="0" h="8329" w="4292">
                    <a:moveTo>
                      <a:pt x="2140" y="0"/>
                    </a:moveTo>
                    <a:cubicBezTo>
                      <a:pt x="1197" y="0"/>
                      <a:pt x="375" y="568"/>
                      <a:pt x="0" y="1402"/>
                    </a:cubicBezTo>
                    <a:lnTo>
                      <a:pt x="0" y="8328"/>
                    </a:lnTo>
                    <a:lnTo>
                      <a:pt x="4291" y="8328"/>
                    </a:lnTo>
                    <a:lnTo>
                      <a:pt x="4291" y="1402"/>
                    </a:lnTo>
                    <a:cubicBezTo>
                      <a:pt x="3917" y="568"/>
                      <a:pt x="3095" y="0"/>
                      <a:pt x="2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4"/>
              <p:cNvSpPr/>
              <p:nvPr/>
            </p:nvSpPr>
            <p:spPr>
              <a:xfrm>
                <a:off x="5859112" y="2597952"/>
                <a:ext cx="178884" cy="379764"/>
              </a:xfrm>
              <a:custGeom>
                <a:rect b="b" l="l" r="r" t="t"/>
                <a:pathLst>
                  <a:path extrusionOk="0" h="7700" w="3627">
                    <a:moveTo>
                      <a:pt x="1814" y="1"/>
                    </a:moveTo>
                    <a:cubicBezTo>
                      <a:pt x="1064" y="1"/>
                      <a:pt x="351" y="460"/>
                      <a:pt x="1" y="1161"/>
                    </a:cubicBezTo>
                    <a:lnTo>
                      <a:pt x="1" y="7700"/>
                    </a:lnTo>
                    <a:lnTo>
                      <a:pt x="3627" y="7700"/>
                    </a:lnTo>
                    <a:lnTo>
                      <a:pt x="3627" y="1161"/>
                    </a:lnTo>
                    <a:cubicBezTo>
                      <a:pt x="3288" y="460"/>
                      <a:pt x="2575" y="1"/>
                      <a:pt x="1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4"/>
              <p:cNvSpPr/>
              <p:nvPr/>
            </p:nvSpPr>
            <p:spPr>
              <a:xfrm>
                <a:off x="5873415" y="2612847"/>
                <a:ext cx="150278" cy="350567"/>
              </a:xfrm>
              <a:custGeom>
                <a:rect b="b" l="l" r="r" t="t"/>
                <a:pathLst>
                  <a:path extrusionOk="0" h="7108" w="3047">
                    <a:moveTo>
                      <a:pt x="1524" y="1"/>
                    </a:moveTo>
                    <a:cubicBezTo>
                      <a:pt x="907" y="1"/>
                      <a:pt x="315" y="363"/>
                      <a:pt x="1" y="944"/>
                    </a:cubicBezTo>
                    <a:lnTo>
                      <a:pt x="1" y="7096"/>
                    </a:lnTo>
                    <a:lnTo>
                      <a:pt x="1" y="7108"/>
                    </a:lnTo>
                    <a:lnTo>
                      <a:pt x="3047" y="7108"/>
                    </a:lnTo>
                    <a:lnTo>
                      <a:pt x="3047" y="944"/>
                    </a:lnTo>
                    <a:cubicBezTo>
                      <a:pt x="2733" y="363"/>
                      <a:pt x="2140" y="1"/>
                      <a:pt x="15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5918740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5978369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4"/>
              <p:cNvSpPr/>
              <p:nvPr/>
            </p:nvSpPr>
            <p:spPr>
              <a:xfrm>
                <a:off x="5843033" y="2724952"/>
                <a:ext cx="211090" cy="137751"/>
              </a:xfrm>
              <a:custGeom>
                <a:rect b="b" l="l" r="r" t="t"/>
                <a:pathLst>
                  <a:path extrusionOk="0" h="2793" w="4280">
                    <a:moveTo>
                      <a:pt x="2140" y="0"/>
                    </a:moveTo>
                    <a:cubicBezTo>
                      <a:pt x="1378" y="0"/>
                      <a:pt x="629" y="194"/>
                      <a:pt x="0" y="556"/>
                    </a:cubicBezTo>
                    <a:lnTo>
                      <a:pt x="0" y="2792"/>
                    </a:lnTo>
                    <a:lnTo>
                      <a:pt x="4279" y="2792"/>
                    </a:lnTo>
                    <a:lnTo>
                      <a:pt x="4279" y="544"/>
                    </a:lnTo>
                    <a:cubicBezTo>
                      <a:pt x="3639" y="194"/>
                      <a:pt x="2913" y="0"/>
                      <a:pt x="2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5760767" y="2748182"/>
                <a:ext cx="375621" cy="729098"/>
              </a:xfrm>
              <a:custGeom>
                <a:rect b="b" l="l" r="r" t="t"/>
                <a:pathLst>
                  <a:path extrusionOk="0" h="14783" w="7616">
                    <a:moveTo>
                      <a:pt x="3808" y="1"/>
                    </a:moveTo>
                    <a:cubicBezTo>
                      <a:pt x="2128" y="1"/>
                      <a:pt x="677" y="1028"/>
                      <a:pt x="0" y="2502"/>
                    </a:cubicBezTo>
                    <a:lnTo>
                      <a:pt x="0" y="14783"/>
                    </a:lnTo>
                    <a:lnTo>
                      <a:pt x="7615" y="14783"/>
                    </a:lnTo>
                    <a:lnTo>
                      <a:pt x="7615" y="2502"/>
                    </a:lnTo>
                    <a:cubicBezTo>
                      <a:pt x="6938" y="1028"/>
                      <a:pt x="5488" y="1"/>
                      <a:pt x="38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>
                <a:off x="5789965" y="2777972"/>
                <a:ext cx="317818" cy="671295"/>
              </a:xfrm>
              <a:custGeom>
                <a:rect b="b" l="l" r="r" t="t"/>
                <a:pathLst>
                  <a:path extrusionOk="0" h="13611" w="6444">
                    <a:moveTo>
                      <a:pt x="3216" y="1"/>
                    </a:moveTo>
                    <a:cubicBezTo>
                      <a:pt x="1874" y="1"/>
                      <a:pt x="617" y="799"/>
                      <a:pt x="1" y="2056"/>
                    </a:cubicBezTo>
                    <a:lnTo>
                      <a:pt x="1" y="13611"/>
                    </a:lnTo>
                    <a:lnTo>
                      <a:pt x="6443" y="13611"/>
                    </a:lnTo>
                    <a:lnTo>
                      <a:pt x="6443" y="2056"/>
                    </a:lnTo>
                    <a:cubicBezTo>
                      <a:pt x="5815" y="799"/>
                      <a:pt x="4557" y="1"/>
                      <a:pt x="32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5800125" y="2933578"/>
                <a:ext cx="296315" cy="229535"/>
              </a:xfrm>
              <a:custGeom>
                <a:rect b="b" l="l" r="r" t="t"/>
                <a:pathLst>
                  <a:path extrusionOk="0" h="4654" w="6008">
                    <a:moveTo>
                      <a:pt x="0" y="1"/>
                    </a:moveTo>
                    <a:lnTo>
                      <a:pt x="0" y="4654"/>
                    </a:lnTo>
                    <a:lnTo>
                      <a:pt x="6007" y="4654"/>
                    </a:lnTo>
                    <a:lnTo>
                      <a:pt x="60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5800716" y="2787540"/>
                <a:ext cx="296315" cy="125223"/>
              </a:xfrm>
              <a:custGeom>
                <a:rect b="b" l="l" r="r" t="t"/>
                <a:pathLst>
                  <a:path extrusionOk="0" h="2539" w="6008">
                    <a:moveTo>
                      <a:pt x="2998" y="0"/>
                    </a:moveTo>
                    <a:cubicBezTo>
                      <a:pt x="1765" y="0"/>
                      <a:pt x="580" y="738"/>
                      <a:pt x="0" y="1886"/>
                    </a:cubicBezTo>
                    <a:lnTo>
                      <a:pt x="0" y="2538"/>
                    </a:lnTo>
                    <a:lnTo>
                      <a:pt x="6007" y="2538"/>
                    </a:lnTo>
                    <a:lnTo>
                      <a:pt x="6007" y="1886"/>
                    </a:lnTo>
                    <a:cubicBezTo>
                      <a:pt x="5415" y="738"/>
                      <a:pt x="4243" y="0"/>
                      <a:pt x="2998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5906213" y="2746406"/>
                <a:ext cx="42366" cy="180659"/>
              </a:xfrm>
              <a:custGeom>
                <a:rect b="b" l="l" r="r" t="t"/>
                <a:pathLst>
                  <a:path extrusionOk="0" fill="none" h="3663" w="859">
                    <a:moveTo>
                      <a:pt x="1" y="0"/>
                    </a:moveTo>
                    <a:lnTo>
                      <a:pt x="859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5866855" y="2764852"/>
                <a:ext cx="81723" cy="162213"/>
              </a:xfrm>
              <a:custGeom>
                <a:rect b="b" l="l" r="r" t="t"/>
                <a:pathLst>
                  <a:path extrusionOk="0" fill="none" h="3289" w="1657">
                    <a:moveTo>
                      <a:pt x="1" y="1"/>
                    </a:moveTo>
                    <a:lnTo>
                      <a:pt x="1657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5832282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1" y="0"/>
                    </a:moveTo>
                    <a:lnTo>
                      <a:pt x="2358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4"/>
              <p:cNvSpPr/>
              <p:nvPr/>
            </p:nvSpPr>
            <p:spPr>
              <a:xfrm>
                <a:off x="5806684" y="2833408"/>
                <a:ext cx="141894" cy="93659"/>
              </a:xfrm>
              <a:custGeom>
                <a:rect b="b" l="l" r="r" t="t"/>
                <a:pathLst>
                  <a:path extrusionOk="0" fill="none" h="1899" w="2877">
                    <a:moveTo>
                      <a:pt x="0" y="1"/>
                    </a:moveTo>
                    <a:lnTo>
                      <a:pt x="2877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5789965" y="2878141"/>
                <a:ext cx="158613" cy="48925"/>
              </a:xfrm>
              <a:custGeom>
                <a:rect b="b" l="l" r="r" t="t"/>
                <a:pathLst>
                  <a:path extrusionOk="0" fill="none" h="992" w="3216">
                    <a:moveTo>
                      <a:pt x="1" y="0"/>
                    </a:moveTo>
                    <a:lnTo>
                      <a:pt x="3216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5948530" y="2746406"/>
                <a:ext cx="43007" cy="180659"/>
              </a:xfrm>
              <a:custGeom>
                <a:rect b="b" l="l" r="r" t="t"/>
                <a:pathLst>
                  <a:path extrusionOk="0" fill="none" h="3663" w="872">
                    <a:moveTo>
                      <a:pt x="871" y="0"/>
                    </a:moveTo>
                    <a:lnTo>
                      <a:pt x="1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5948530" y="2764852"/>
                <a:ext cx="82315" cy="162213"/>
              </a:xfrm>
              <a:custGeom>
                <a:rect b="b" l="l" r="r" t="t"/>
                <a:pathLst>
                  <a:path extrusionOk="0" fill="none" h="3289" w="1669">
                    <a:moveTo>
                      <a:pt x="1669" y="1"/>
                    </a:moveTo>
                    <a:lnTo>
                      <a:pt x="1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5948530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2358" y="0"/>
                    </a:moveTo>
                    <a:lnTo>
                      <a:pt x="1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5948530" y="2833408"/>
                <a:ext cx="142535" cy="93659"/>
              </a:xfrm>
              <a:custGeom>
                <a:rect b="b" l="l" r="r" t="t"/>
                <a:pathLst>
                  <a:path extrusionOk="0" fill="none" h="1899" w="2890">
                    <a:moveTo>
                      <a:pt x="2890" y="1"/>
                    </a:moveTo>
                    <a:lnTo>
                      <a:pt x="1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>
                <a:off x="5948530" y="2878141"/>
                <a:ext cx="159254" cy="48925"/>
              </a:xfrm>
              <a:custGeom>
                <a:rect b="b" l="l" r="r" t="t"/>
                <a:pathLst>
                  <a:path extrusionOk="0" fill="none" h="992" w="3229">
                    <a:moveTo>
                      <a:pt x="3228" y="0"/>
                    </a:moveTo>
                    <a:lnTo>
                      <a:pt x="1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5753024" y="2912715"/>
                <a:ext cx="392291" cy="20912"/>
              </a:xfrm>
              <a:custGeom>
                <a:rect b="b" l="l" r="r" t="t"/>
                <a:pathLst>
                  <a:path extrusionOk="0" h="424" w="7954">
                    <a:moveTo>
                      <a:pt x="0" y="0"/>
                    </a:moveTo>
                    <a:lnTo>
                      <a:pt x="0" y="424"/>
                    </a:lnTo>
                    <a:lnTo>
                      <a:pt x="7953" y="424"/>
                    </a:lnTo>
                    <a:lnTo>
                      <a:pt x="7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5753024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50" y="424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4"/>
              <p:cNvSpPr/>
              <p:nvPr/>
            </p:nvSpPr>
            <p:spPr>
              <a:xfrm>
                <a:off x="6107736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49" y="424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4"/>
              <p:cNvSpPr/>
              <p:nvPr/>
            </p:nvSpPr>
            <p:spPr>
              <a:xfrm>
                <a:off x="5760767" y="2933578"/>
                <a:ext cx="375621" cy="14352"/>
              </a:xfrm>
              <a:custGeom>
                <a:rect b="b" l="l" r="r" t="t"/>
                <a:pathLst>
                  <a:path extrusionOk="0" h="291" w="7616">
                    <a:moveTo>
                      <a:pt x="0" y="1"/>
                    </a:moveTo>
                    <a:lnTo>
                      <a:pt x="0" y="291"/>
                    </a:lnTo>
                    <a:lnTo>
                      <a:pt x="7615" y="291"/>
                    </a:lnTo>
                    <a:lnTo>
                      <a:pt x="7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4"/>
              <p:cNvSpPr/>
              <p:nvPr/>
            </p:nvSpPr>
            <p:spPr>
              <a:xfrm>
                <a:off x="585733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1" y="7325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4"/>
              <p:cNvSpPr/>
              <p:nvPr/>
            </p:nvSpPr>
            <p:spPr>
              <a:xfrm>
                <a:off x="5918148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4"/>
              <p:cNvSpPr/>
              <p:nvPr/>
            </p:nvSpPr>
            <p:spPr>
              <a:xfrm>
                <a:off x="5978960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4"/>
              <p:cNvSpPr/>
              <p:nvPr/>
            </p:nvSpPr>
            <p:spPr>
              <a:xfrm>
                <a:off x="604095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4"/>
              <p:cNvSpPr/>
              <p:nvPr/>
            </p:nvSpPr>
            <p:spPr>
              <a:xfrm>
                <a:off x="5727377" y="3008693"/>
                <a:ext cx="443584" cy="1405719"/>
              </a:xfrm>
              <a:custGeom>
                <a:rect b="b" l="l" r="r" t="t"/>
                <a:pathLst>
                  <a:path extrusionOk="0" h="28502" w="8994">
                    <a:moveTo>
                      <a:pt x="4485" y="0"/>
                    </a:moveTo>
                    <a:cubicBezTo>
                      <a:pt x="2515" y="0"/>
                      <a:pt x="798" y="1209"/>
                      <a:pt x="1" y="2962"/>
                    </a:cubicBezTo>
                    <a:lnTo>
                      <a:pt x="1" y="28501"/>
                    </a:lnTo>
                    <a:lnTo>
                      <a:pt x="8993" y="28501"/>
                    </a:lnTo>
                    <a:lnTo>
                      <a:pt x="8981" y="2962"/>
                    </a:lnTo>
                    <a:cubicBezTo>
                      <a:pt x="8171" y="1209"/>
                      <a:pt x="6467" y="0"/>
                      <a:pt x="44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4"/>
              <p:cNvSpPr/>
              <p:nvPr/>
            </p:nvSpPr>
            <p:spPr>
              <a:xfrm>
                <a:off x="5760767" y="3043266"/>
                <a:ext cx="375621" cy="1336572"/>
              </a:xfrm>
              <a:custGeom>
                <a:rect b="b" l="l" r="r" t="t"/>
                <a:pathLst>
                  <a:path extrusionOk="0" h="27100" w="7616">
                    <a:moveTo>
                      <a:pt x="3808" y="1"/>
                    </a:moveTo>
                    <a:cubicBezTo>
                      <a:pt x="2212" y="1"/>
                      <a:pt x="750" y="943"/>
                      <a:pt x="0" y="2430"/>
                    </a:cubicBezTo>
                    <a:lnTo>
                      <a:pt x="0" y="27099"/>
                    </a:lnTo>
                    <a:lnTo>
                      <a:pt x="7615" y="27099"/>
                    </a:lnTo>
                    <a:lnTo>
                      <a:pt x="7615" y="2430"/>
                    </a:lnTo>
                    <a:cubicBezTo>
                      <a:pt x="6878" y="943"/>
                      <a:pt x="5403" y="1"/>
                      <a:pt x="38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4"/>
              <p:cNvSpPr/>
              <p:nvPr/>
            </p:nvSpPr>
            <p:spPr>
              <a:xfrm>
                <a:off x="5795341" y="3211400"/>
                <a:ext cx="307066" cy="1131450"/>
              </a:xfrm>
              <a:custGeom>
                <a:rect b="b" l="l" r="r" t="t"/>
                <a:pathLst>
                  <a:path extrusionOk="0" h="22941" w="6226">
                    <a:moveTo>
                      <a:pt x="1" y="0"/>
                    </a:moveTo>
                    <a:lnTo>
                      <a:pt x="1" y="22941"/>
                    </a:lnTo>
                    <a:lnTo>
                      <a:pt x="6225" y="22941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4"/>
              <p:cNvSpPr/>
              <p:nvPr/>
            </p:nvSpPr>
            <p:spPr>
              <a:xfrm>
                <a:off x="5795341" y="3223878"/>
                <a:ext cx="62045" cy="77580"/>
              </a:xfrm>
              <a:custGeom>
                <a:rect b="b" l="l" r="r" t="t"/>
                <a:pathLst>
                  <a:path extrusionOk="0" h="1573" w="1258">
                    <a:moveTo>
                      <a:pt x="1137" y="1"/>
                    </a:moveTo>
                    <a:lnTo>
                      <a:pt x="1137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58" y="157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4"/>
              <p:cNvSpPr/>
              <p:nvPr/>
            </p:nvSpPr>
            <p:spPr>
              <a:xfrm>
                <a:off x="5857336" y="3223878"/>
                <a:ext cx="60861" cy="77580"/>
              </a:xfrm>
              <a:custGeom>
                <a:rect b="b" l="l" r="r" t="t"/>
                <a:pathLst>
                  <a:path extrusionOk="0" h="1573" w="1234">
                    <a:moveTo>
                      <a:pt x="1125" y="1"/>
                    </a:moveTo>
                    <a:lnTo>
                      <a:pt x="1125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33" y="157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4"/>
              <p:cNvSpPr/>
              <p:nvPr/>
            </p:nvSpPr>
            <p:spPr>
              <a:xfrm>
                <a:off x="5918148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7" y="1"/>
                    </a:moveTo>
                    <a:lnTo>
                      <a:pt x="1137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>
                <a:off x="5979552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24" y="1"/>
                    </a:moveTo>
                    <a:lnTo>
                      <a:pt x="1124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4"/>
              <p:cNvSpPr/>
              <p:nvPr/>
            </p:nvSpPr>
            <p:spPr>
              <a:xfrm>
                <a:off x="6040956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6" y="1"/>
                    </a:moveTo>
                    <a:lnTo>
                      <a:pt x="1136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4"/>
              <p:cNvSpPr/>
              <p:nvPr/>
            </p:nvSpPr>
            <p:spPr>
              <a:xfrm>
                <a:off x="5795341" y="3301410"/>
                <a:ext cx="62045" cy="88233"/>
              </a:xfrm>
              <a:custGeom>
                <a:rect b="b" l="l" r="r" t="t"/>
                <a:pathLst>
                  <a:path extrusionOk="0" h="1789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4"/>
              <p:cNvSpPr/>
              <p:nvPr/>
            </p:nvSpPr>
            <p:spPr>
              <a:xfrm>
                <a:off x="5857336" y="3301410"/>
                <a:ext cx="60861" cy="88233"/>
              </a:xfrm>
              <a:custGeom>
                <a:rect b="b" l="l" r="r" t="t"/>
                <a:pathLst>
                  <a:path extrusionOk="0" h="1789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>
                <a:off x="5918148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4"/>
              <p:cNvSpPr/>
              <p:nvPr/>
            </p:nvSpPr>
            <p:spPr>
              <a:xfrm>
                <a:off x="5979552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4"/>
              <p:cNvSpPr/>
              <p:nvPr/>
            </p:nvSpPr>
            <p:spPr>
              <a:xfrm>
                <a:off x="6040956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5795341" y="3389595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5857336" y="3389595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4"/>
              <p:cNvSpPr/>
              <p:nvPr/>
            </p:nvSpPr>
            <p:spPr>
              <a:xfrm>
                <a:off x="5918148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5979552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6040956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5795341" y="3477237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4"/>
              <p:cNvSpPr/>
              <p:nvPr/>
            </p:nvSpPr>
            <p:spPr>
              <a:xfrm>
                <a:off x="5857336" y="3477237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4"/>
              <p:cNvSpPr/>
              <p:nvPr/>
            </p:nvSpPr>
            <p:spPr>
              <a:xfrm>
                <a:off x="5918148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4"/>
              <p:cNvSpPr/>
              <p:nvPr/>
            </p:nvSpPr>
            <p:spPr>
              <a:xfrm>
                <a:off x="5979552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4"/>
              <p:cNvSpPr/>
              <p:nvPr/>
            </p:nvSpPr>
            <p:spPr>
              <a:xfrm>
                <a:off x="6040956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4"/>
              <p:cNvSpPr/>
              <p:nvPr/>
            </p:nvSpPr>
            <p:spPr>
              <a:xfrm>
                <a:off x="5795341" y="3565472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4"/>
              <p:cNvSpPr/>
              <p:nvPr/>
            </p:nvSpPr>
            <p:spPr>
              <a:xfrm>
                <a:off x="5857336" y="3565472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4"/>
              <p:cNvSpPr/>
              <p:nvPr/>
            </p:nvSpPr>
            <p:spPr>
              <a:xfrm>
                <a:off x="5918148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4"/>
              <p:cNvSpPr/>
              <p:nvPr/>
            </p:nvSpPr>
            <p:spPr>
              <a:xfrm>
                <a:off x="5979552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4"/>
              <p:cNvSpPr/>
              <p:nvPr/>
            </p:nvSpPr>
            <p:spPr>
              <a:xfrm>
                <a:off x="6040956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>
                <a:off x="5795341" y="3654298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>
                <a:off x="5857336" y="3654298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4"/>
              <p:cNvSpPr/>
              <p:nvPr/>
            </p:nvSpPr>
            <p:spPr>
              <a:xfrm>
                <a:off x="5918148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4"/>
              <p:cNvSpPr/>
              <p:nvPr/>
            </p:nvSpPr>
            <p:spPr>
              <a:xfrm>
                <a:off x="5979552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4"/>
              <p:cNvSpPr/>
              <p:nvPr/>
            </p:nvSpPr>
            <p:spPr>
              <a:xfrm>
                <a:off x="6040956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5795341" y="3741940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4"/>
              <p:cNvSpPr/>
              <p:nvPr/>
            </p:nvSpPr>
            <p:spPr>
              <a:xfrm>
                <a:off x="5857336" y="3741940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5918148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4"/>
              <p:cNvSpPr/>
              <p:nvPr/>
            </p:nvSpPr>
            <p:spPr>
              <a:xfrm>
                <a:off x="5979552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6040956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5795341" y="3830175"/>
                <a:ext cx="62045" cy="87642"/>
              </a:xfrm>
              <a:custGeom>
                <a:rect b="b" l="l" r="r" t="t"/>
                <a:pathLst>
                  <a:path extrusionOk="0" h="1777" w="1258">
                    <a:moveTo>
                      <a:pt x="1137" y="0"/>
                    </a:moveTo>
                    <a:lnTo>
                      <a:pt x="1137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5857336" y="3830175"/>
                <a:ext cx="60861" cy="87642"/>
              </a:xfrm>
              <a:custGeom>
                <a:rect b="b" l="l" r="r" t="t"/>
                <a:pathLst>
                  <a:path extrusionOk="0" h="1777" w="1234">
                    <a:moveTo>
                      <a:pt x="1125" y="0"/>
                    </a:moveTo>
                    <a:lnTo>
                      <a:pt x="1125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5918148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7" y="0"/>
                    </a:moveTo>
                    <a:lnTo>
                      <a:pt x="1137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4"/>
              <p:cNvSpPr/>
              <p:nvPr/>
            </p:nvSpPr>
            <p:spPr>
              <a:xfrm>
                <a:off x="5979552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24" y="0"/>
                    </a:moveTo>
                    <a:lnTo>
                      <a:pt x="1124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4"/>
              <p:cNvSpPr/>
              <p:nvPr/>
            </p:nvSpPr>
            <p:spPr>
              <a:xfrm>
                <a:off x="6040956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6" y="0"/>
                    </a:moveTo>
                    <a:lnTo>
                      <a:pt x="1136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4"/>
              <p:cNvSpPr/>
              <p:nvPr/>
            </p:nvSpPr>
            <p:spPr>
              <a:xfrm>
                <a:off x="5795341" y="3917768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4"/>
              <p:cNvSpPr/>
              <p:nvPr/>
            </p:nvSpPr>
            <p:spPr>
              <a:xfrm>
                <a:off x="5857336" y="3917768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5918148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5979552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6040956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5795341" y="4006002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5857336" y="4006002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4"/>
              <p:cNvSpPr/>
              <p:nvPr/>
            </p:nvSpPr>
            <p:spPr>
              <a:xfrm>
                <a:off x="5918148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4"/>
              <p:cNvSpPr/>
              <p:nvPr/>
            </p:nvSpPr>
            <p:spPr>
              <a:xfrm>
                <a:off x="5979552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6040956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5795341" y="409364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5857336" y="409364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5918148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5979552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6040956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5795341" y="4182471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5857336" y="4182471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5918148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5979552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6040956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5795341" y="425398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5857336" y="425398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5918148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5979552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6040956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5778078" y="3213767"/>
                <a:ext cx="342182" cy="1149945"/>
              </a:xfrm>
              <a:custGeom>
                <a:rect b="b" l="l" r="r" t="t"/>
                <a:pathLst>
                  <a:path extrusionOk="0" fill="none" h="23316" w="6938">
                    <a:moveTo>
                      <a:pt x="0" y="0"/>
                    </a:moveTo>
                    <a:lnTo>
                      <a:pt x="6938" y="0"/>
                    </a:lnTo>
                    <a:lnTo>
                      <a:pt x="6938" y="23316"/>
                    </a:lnTo>
                    <a:lnTo>
                      <a:pt x="0" y="23316"/>
                    </a:lnTo>
                    <a:close/>
                  </a:path>
                </a:pathLst>
              </a:custGeom>
              <a:noFill/>
              <a:ln cap="flat" cmpd="sng" w="3925">
                <a:solidFill>
                  <a:schemeClr val="l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5773294" y="3055794"/>
                <a:ext cx="350567" cy="147270"/>
              </a:xfrm>
              <a:custGeom>
                <a:rect b="b" l="l" r="r" t="t"/>
                <a:pathLst>
                  <a:path extrusionOk="0" h="2986" w="7108">
                    <a:moveTo>
                      <a:pt x="3554" y="0"/>
                    </a:moveTo>
                    <a:cubicBezTo>
                      <a:pt x="2091" y="0"/>
                      <a:pt x="701" y="871"/>
                      <a:pt x="0" y="2236"/>
                    </a:cubicBezTo>
                    <a:lnTo>
                      <a:pt x="0" y="2986"/>
                    </a:lnTo>
                    <a:lnTo>
                      <a:pt x="7107" y="2986"/>
                    </a:lnTo>
                    <a:lnTo>
                      <a:pt x="7107" y="2236"/>
                    </a:lnTo>
                    <a:cubicBezTo>
                      <a:pt x="6418" y="871"/>
                      <a:pt x="5028" y="0"/>
                      <a:pt x="3554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5718450" y="3203015"/>
                <a:ext cx="459662" cy="20912"/>
              </a:xfrm>
              <a:custGeom>
                <a:rect b="b" l="l" r="r" t="t"/>
                <a:pathLst>
                  <a:path extrusionOk="0" h="424" w="9320">
                    <a:moveTo>
                      <a:pt x="0" y="1"/>
                    </a:moveTo>
                    <a:lnTo>
                      <a:pt x="0" y="424"/>
                    </a:lnTo>
                    <a:lnTo>
                      <a:pt x="9319" y="424"/>
                    </a:lnTo>
                    <a:lnTo>
                      <a:pt x="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5718450" y="3203015"/>
                <a:ext cx="42366" cy="20912"/>
              </a:xfrm>
              <a:custGeom>
                <a:rect b="b" l="l" r="r" t="t"/>
                <a:pathLst>
                  <a:path extrusionOk="0" h="424" w="859">
                    <a:moveTo>
                      <a:pt x="0" y="1"/>
                    </a:moveTo>
                    <a:lnTo>
                      <a:pt x="0" y="424"/>
                    </a:lnTo>
                    <a:lnTo>
                      <a:pt x="858" y="424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6136342" y="3203015"/>
                <a:ext cx="42958" cy="20912"/>
              </a:xfrm>
              <a:custGeom>
                <a:rect b="b" l="l" r="r" t="t"/>
                <a:pathLst>
                  <a:path extrusionOk="0" h="424" w="871">
                    <a:moveTo>
                      <a:pt x="0" y="1"/>
                    </a:moveTo>
                    <a:lnTo>
                      <a:pt x="0" y="424"/>
                    </a:lnTo>
                    <a:lnTo>
                      <a:pt x="870" y="424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5727377" y="3223878"/>
                <a:ext cx="443584" cy="15585"/>
              </a:xfrm>
              <a:custGeom>
                <a:rect b="b" l="l" r="r" t="t"/>
                <a:pathLst>
                  <a:path extrusionOk="0" h="316" w="8994">
                    <a:moveTo>
                      <a:pt x="1" y="1"/>
                    </a:moveTo>
                    <a:lnTo>
                      <a:pt x="1" y="315"/>
                    </a:lnTo>
                    <a:lnTo>
                      <a:pt x="8993" y="315"/>
                    </a:lnTo>
                    <a:lnTo>
                      <a:pt x="89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585733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1" y="1"/>
                    </a:moveTo>
                    <a:lnTo>
                      <a:pt x="1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5918148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5978960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04095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5781038" y="330141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781038" y="338959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>
                <a:off x="5781038" y="3477237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>
                <a:off x="5781038" y="356547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>
                <a:off x="5781038" y="365429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5781038" y="374194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4"/>
              <p:cNvSpPr/>
              <p:nvPr/>
            </p:nvSpPr>
            <p:spPr>
              <a:xfrm>
                <a:off x="5781038" y="382958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4"/>
              <p:cNvSpPr/>
              <p:nvPr/>
            </p:nvSpPr>
            <p:spPr>
              <a:xfrm>
                <a:off x="5781038" y="391776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781038" y="400600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781038" y="409364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81038" y="4182471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781038" y="427011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5899061" y="3007509"/>
                <a:ext cx="49517" cy="212273"/>
              </a:xfrm>
              <a:custGeom>
                <a:rect b="b" l="l" r="r" t="t"/>
                <a:pathLst>
                  <a:path extrusionOk="0" fill="none" h="4304" w="1004">
                    <a:moveTo>
                      <a:pt x="1" y="0"/>
                    </a:moveTo>
                    <a:lnTo>
                      <a:pt x="1004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5851960" y="3028963"/>
                <a:ext cx="96618" cy="190819"/>
              </a:xfrm>
              <a:custGeom>
                <a:rect b="b" l="l" r="r" t="t"/>
                <a:pathLst>
                  <a:path extrusionOk="0" fill="none" h="3869" w="1959">
                    <a:moveTo>
                      <a:pt x="1" y="0"/>
                    </a:moveTo>
                    <a:lnTo>
                      <a:pt x="1959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5811419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1" y="0"/>
                    </a:moveTo>
                    <a:lnTo>
                      <a:pt x="278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5780446" y="3109454"/>
                <a:ext cx="168132" cy="110329"/>
              </a:xfrm>
              <a:custGeom>
                <a:rect b="b" l="l" r="r" t="t"/>
                <a:pathLst>
                  <a:path extrusionOk="0" fill="none" h="2237" w="3409">
                    <a:moveTo>
                      <a:pt x="0" y="0"/>
                    </a:moveTo>
                    <a:lnTo>
                      <a:pt x="3409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5760767" y="3162474"/>
                <a:ext cx="187811" cy="57310"/>
              </a:xfrm>
              <a:custGeom>
                <a:rect b="b" l="l" r="r" t="t"/>
                <a:pathLst>
                  <a:path extrusionOk="0" fill="none" h="1162" w="3808">
                    <a:moveTo>
                      <a:pt x="0" y="1"/>
                    </a:moveTo>
                    <a:lnTo>
                      <a:pt x="3808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5948530" y="3007509"/>
                <a:ext cx="50158" cy="212273"/>
              </a:xfrm>
              <a:custGeom>
                <a:rect b="b" l="l" r="r" t="t"/>
                <a:pathLst>
                  <a:path extrusionOk="0" fill="none" h="4304" w="1017">
                    <a:moveTo>
                      <a:pt x="1016" y="0"/>
                    </a:moveTo>
                    <a:lnTo>
                      <a:pt x="1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5948530" y="3028963"/>
                <a:ext cx="97210" cy="190819"/>
              </a:xfrm>
              <a:custGeom>
                <a:rect b="b" l="l" r="r" t="t"/>
                <a:pathLst>
                  <a:path extrusionOk="0" fill="none" h="3869" w="1971">
                    <a:moveTo>
                      <a:pt x="1971" y="0"/>
                    </a:moveTo>
                    <a:lnTo>
                      <a:pt x="1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5948530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2781" y="0"/>
                    </a:moveTo>
                    <a:lnTo>
                      <a:pt x="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5948530" y="3109454"/>
                <a:ext cx="168773" cy="110329"/>
              </a:xfrm>
              <a:custGeom>
                <a:rect b="b" l="l" r="r" t="t"/>
                <a:pathLst>
                  <a:path extrusionOk="0" fill="none" h="2237" w="3422">
                    <a:moveTo>
                      <a:pt x="3421" y="0"/>
                    </a:moveTo>
                    <a:lnTo>
                      <a:pt x="1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5948530" y="3162474"/>
                <a:ext cx="187860" cy="57310"/>
              </a:xfrm>
              <a:custGeom>
                <a:rect b="b" l="l" r="r" t="t"/>
                <a:pathLst>
                  <a:path extrusionOk="0" fill="none" h="1162" w="3809">
                    <a:moveTo>
                      <a:pt x="3808" y="1"/>
                    </a:moveTo>
                    <a:lnTo>
                      <a:pt x="1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5" name="Google Shape;475;p24"/>
            <p:cNvSpPr/>
            <p:nvPr/>
          </p:nvSpPr>
          <p:spPr>
            <a:xfrm>
              <a:off x="7691676" y="1579786"/>
              <a:ext cx="661078" cy="2860531"/>
            </a:xfrm>
            <a:custGeom>
              <a:rect b="b" l="l" r="r" t="t"/>
              <a:pathLst>
                <a:path extrusionOk="0" h="44722" w="10335">
                  <a:moveTo>
                    <a:pt x="10335" y="0"/>
                  </a:moveTo>
                  <a:lnTo>
                    <a:pt x="1" y="9356"/>
                  </a:lnTo>
                  <a:lnTo>
                    <a:pt x="1" y="44722"/>
                  </a:lnTo>
                  <a:lnTo>
                    <a:pt x="10335" y="44722"/>
                  </a:lnTo>
                  <a:lnTo>
                    <a:pt x="10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p24"/>
            <p:cNvGrpSpPr/>
            <p:nvPr/>
          </p:nvGrpSpPr>
          <p:grpSpPr>
            <a:xfrm>
              <a:off x="6947960" y="1924101"/>
              <a:ext cx="1125140" cy="2490315"/>
              <a:chOff x="7516197" y="1924101"/>
              <a:chExt cx="1125140" cy="2490315"/>
            </a:xfrm>
          </p:grpSpPr>
          <p:sp>
            <p:nvSpPr>
              <p:cNvPr id="477" name="Google Shape;477;p24"/>
              <p:cNvSpPr/>
              <p:nvPr/>
            </p:nvSpPr>
            <p:spPr>
              <a:xfrm>
                <a:off x="8335285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8379003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8335285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8379003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7763910" y="2104366"/>
                <a:ext cx="531542" cy="119671"/>
              </a:xfrm>
              <a:custGeom>
                <a:rect b="b" l="l" r="r" t="t"/>
                <a:pathLst>
                  <a:path extrusionOk="0" h="1886" w="8377">
                    <a:moveTo>
                      <a:pt x="1" y="0"/>
                    </a:moveTo>
                    <a:lnTo>
                      <a:pt x="1" y="1886"/>
                    </a:lnTo>
                    <a:lnTo>
                      <a:pt x="8377" y="1886"/>
                    </a:lnTo>
                    <a:lnTo>
                      <a:pt x="83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7763910" y="2104366"/>
                <a:ext cx="173416" cy="119671"/>
              </a:xfrm>
              <a:custGeom>
                <a:rect b="b" l="l" r="r" t="t"/>
                <a:pathLst>
                  <a:path extrusionOk="0" h="1886" w="2733">
                    <a:moveTo>
                      <a:pt x="1" y="0"/>
                    </a:moveTo>
                    <a:lnTo>
                      <a:pt x="1" y="1886"/>
                    </a:lnTo>
                    <a:lnTo>
                      <a:pt x="2732" y="1886"/>
                    </a:lnTo>
                    <a:lnTo>
                      <a:pt x="2732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7915748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4"/>
              <p:cNvSpPr/>
              <p:nvPr/>
            </p:nvSpPr>
            <p:spPr>
              <a:xfrm>
                <a:off x="7783072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4"/>
              <p:cNvSpPr/>
              <p:nvPr/>
            </p:nvSpPr>
            <p:spPr>
              <a:xfrm>
                <a:off x="7559915" y="2227842"/>
                <a:ext cx="1037702" cy="2186573"/>
              </a:xfrm>
              <a:custGeom>
                <a:rect b="b" l="l" r="r" t="t"/>
                <a:pathLst>
                  <a:path extrusionOk="0" h="34460" w="16354">
                    <a:moveTo>
                      <a:pt x="0" y="0"/>
                    </a:moveTo>
                    <a:lnTo>
                      <a:pt x="0" y="34460"/>
                    </a:lnTo>
                    <a:lnTo>
                      <a:pt x="16354" y="34460"/>
                    </a:lnTo>
                    <a:lnTo>
                      <a:pt x="163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7559915" y="2227842"/>
                <a:ext cx="369738" cy="2186573"/>
              </a:xfrm>
              <a:custGeom>
                <a:rect b="b" l="l" r="r" t="t"/>
                <a:pathLst>
                  <a:path extrusionOk="0" h="34460" w="5827">
                    <a:moveTo>
                      <a:pt x="0" y="0"/>
                    </a:moveTo>
                    <a:lnTo>
                      <a:pt x="0" y="34460"/>
                    </a:lnTo>
                    <a:lnTo>
                      <a:pt x="5826" y="34460"/>
                    </a:lnTo>
                    <a:lnTo>
                      <a:pt x="5826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>
                <a:off x="7516197" y="2218578"/>
                <a:ext cx="1125140" cy="31536"/>
              </a:xfrm>
              <a:custGeom>
                <a:rect b="b" l="l" r="r" t="t"/>
                <a:pathLst>
                  <a:path extrusionOk="0" h="497" w="17732">
                    <a:moveTo>
                      <a:pt x="0" y="1"/>
                    </a:moveTo>
                    <a:lnTo>
                      <a:pt x="0" y="497"/>
                    </a:lnTo>
                    <a:lnTo>
                      <a:pt x="17732" y="497"/>
                    </a:lnTo>
                    <a:lnTo>
                      <a:pt x="177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7516197" y="2218578"/>
                <a:ext cx="381223" cy="31536"/>
              </a:xfrm>
              <a:custGeom>
                <a:rect b="b" l="l" r="r" t="t"/>
                <a:pathLst>
                  <a:path extrusionOk="0" h="497" w="6008">
                    <a:moveTo>
                      <a:pt x="0" y="1"/>
                    </a:moveTo>
                    <a:lnTo>
                      <a:pt x="0" y="497"/>
                    </a:lnTo>
                    <a:lnTo>
                      <a:pt x="6008" y="497"/>
                    </a:lnTo>
                    <a:lnTo>
                      <a:pt x="60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758827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>
                <a:off x="7907309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rgbClr val="E3AFA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795565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0" y="1"/>
                    </a:moveTo>
                    <a:lnTo>
                      <a:pt x="0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857068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8022345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>
                <a:off x="8022345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>
                <a:off x="8154260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>
                <a:off x="8154260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>
                <a:off x="8286174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8286174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8417327" y="235893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8417327" y="2358933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7634279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7634279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7765432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7765432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7634279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7634279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7765432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7765432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4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4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4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4"/>
              <p:cNvSpPr/>
              <p:nvPr/>
            </p:nvSpPr>
            <p:spPr>
              <a:xfrm>
                <a:off x="7634279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7634279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7765432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7765432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8022345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8022345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8154260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8154260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8286174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8286174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8417327" y="2838307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8417327" y="2838307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8022345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8022345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8154260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8154260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8286174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8286174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8417327" y="3317618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8417327" y="3317618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9" name="Google Shape;589;p24"/>
            <p:cNvSpPr/>
            <p:nvPr/>
          </p:nvSpPr>
          <p:spPr>
            <a:xfrm>
              <a:off x="8204202" y="4114148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15" y="0"/>
                  </a:moveTo>
                  <a:cubicBezTo>
                    <a:pt x="943" y="0"/>
                    <a:pt x="568" y="375"/>
                    <a:pt x="568" y="846"/>
                  </a:cubicBezTo>
                  <a:cubicBezTo>
                    <a:pt x="568" y="1028"/>
                    <a:pt x="629" y="1209"/>
                    <a:pt x="726" y="1342"/>
                  </a:cubicBezTo>
                  <a:cubicBezTo>
                    <a:pt x="484" y="1535"/>
                    <a:pt x="339" y="1837"/>
                    <a:pt x="339" y="2176"/>
                  </a:cubicBezTo>
                  <a:cubicBezTo>
                    <a:pt x="339" y="2405"/>
                    <a:pt x="411" y="2611"/>
                    <a:pt x="532" y="2792"/>
                  </a:cubicBezTo>
                  <a:cubicBezTo>
                    <a:pt x="218" y="3046"/>
                    <a:pt x="0" y="3445"/>
                    <a:pt x="0" y="3892"/>
                  </a:cubicBezTo>
                  <a:cubicBezTo>
                    <a:pt x="0" y="4678"/>
                    <a:pt x="641" y="5318"/>
                    <a:pt x="1427" y="5318"/>
                  </a:cubicBezTo>
                  <a:cubicBezTo>
                    <a:pt x="2212" y="5318"/>
                    <a:pt x="2841" y="4678"/>
                    <a:pt x="2841" y="3892"/>
                  </a:cubicBezTo>
                  <a:cubicBezTo>
                    <a:pt x="2829" y="3445"/>
                    <a:pt x="2623" y="3046"/>
                    <a:pt x="2285" y="2792"/>
                  </a:cubicBezTo>
                  <a:cubicBezTo>
                    <a:pt x="2406" y="2611"/>
                    <a:pt x="2478" y="2405"/>
                    <a:pt x="2478" y="2176"/>
                  </a:cubicBezTo>
                  <a:cubicBezTo>
                    <a:pt x="2478" y="1837"/>
                    <a:pt x="2333" y="1535"/>
                    <a:pt x="2091" y="1342"/>
                  </a:cubicBezTo>
                  <a:cubicBezTo>
                    <a:pt x="2200" y="1209"/>
                    <a:pt x="2261" y="1028"/>
                    <a:pt x="2261" y="846"/>
                  </a:cubicBezTo>
                  <a:cubicBezTo>
                    <a:pt x="2261" y="375"/>
                    <a:pt x="1874" y="0"/>
                    <a:pt x="1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8458906" y="4128057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5110465" y="3955500"/>
              <a:ext cx="497435" cy="433589"/>
            </a:xfrm>
            <a:custGeom>
              <a:rect b="b" l="l" r="r" t="t"/>
              <a:pathLst>
                <a:path extrusionOk="0" h="8292" w="9513">
                  <a:moveTo>
                    <a:pt x="4750" y="0"/>
                  </a:moveTo>
                  <a:cubicBezTo>
                    <a:pt x="3832" y="0"/>
                    <a:pt x="0" y="8292"/>
                    <a:pt x="4750" y="8292"/>
                  </a:cubicBezTo>
                  <a:cubicBezTo>
                    <a:pt x="9513" y="8280"/>
                    <a:pt x="5681" y="0"/>
                    <a:pt x="4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4989100" y="3955500"/>
              <a:ext cx="496180" cy="433589"/>
            </a:xfrm>
            <a:custGeom>
              <a:rect b="b" l="l" r="r" t="t"/>
              <a:pathLst>
                <a:path extrusionOk="0" h="8292" w="9489">
                  <a:moveTo>
                    <a:pt x="4739" y="0"/>
                  </a:moveTo>
                  <a:cubicBezTo>
                    <a:pt x="3820" y="0"/>
                    <a:pt x="1" y="8292"/>
                    <a:pt x="4739" y="8292"/>
                  </a:cubicBezTo>
                  <a:cubicBezTo>
                    <a:pt x="9489" y="8292"/>
                    <a:pt x="5669" y="0"/>
                    <a:pt x="47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7328240" y="4146358"/>
              <a:ext cx="582145" cy="239593"/>
            </a:xfrm>
            <a:custGeom>
              <a:rect b="b" l="l" r="r" t="t"/>
              <a:pathLst>
                <a:path extrusionOk="0" h="4582" w="11133">
                  <a:moveTo>
                    <a:pt x="5826" y="1"/>
                  </a:moveTo>
                  <a:cubicBezTo>
                    <a:pt x="5040" y="1"/>
                    <a:pt x="4400" y="544"/>
                    <a:pt x="4206" y="1270"/>
                  </a:cubicBezTo>
                  <a:cubicBezTo>
                    <a:pt x="4037" y="1161"/>
                    <a:pt x="3832" y="1100"/>
                    <a:pt x="3614" y="1100"/>
                  </a:cubicBezTo>
                  <a:cubicBezTo>
                    <a:pt x="2998" y="1100"/>
                    <a:pt x="2478" y="1608"/>
                    <a:pt x="2478" y="2237"/>
                  </a:cubicBezTo>
                  <a:lnTo>
                    <a:pt x="2478" y="2309"/>
                  </a:lnTo>
                  <a:cubicBezTo>
                    <a:pt x="2297" y="2188"/>
                    <a:pt x="2091" y="2116"/>
                    <a:pt x="1861" y="2116"/>
                  </a:cubicBezTo>
                  <a:cubicBezTo>
                    <a:pt x="1269" y="2116"/>
                    <a:pt x="786" y="2599"/>
                    <a:pt x="786" y="3191"/>
                  </a:cubicBezTo>
                  <a:cubicBezTo>
                    <a:pt x="786" y="3264"/>
                    <a:pt x="798" y="3337"/>
                    <a:pt x="822" y="3421"/>
                  </a:cubicBezTo>
                  <a:cubicBezTo>
                    <a:pt x="762" y="3385"/>
                    <a:pt x="677" y="3373"/>
                    <a:pt x="604" y="3373"/>
                  </a:cubicBezTo>
                  <a:cubicBezTo>
                    <a:pt x="278" y="3373"/>
                    <a:pt x="0" y="3639"/>
                    <a:pt x="0" y="3977"/>
                  </a:cubicBezTo>
                  <a:cubicBezTo>
                    <a:pt x="0" y="4303"/>
                    <a:pt x="278" y="4581"/>
                    <a:pt x="604" y="4581"/>
                  </a:cubicBezTo>
                  <a:lnTo>
                    <a:pt x="10504" y="4581"/>
                  </a:lnTo>
                  <a:cubicBezTo>
                    <a:pt x="10830" y="4581"/>
                    <a:pt x="11108" y="4303"/>
                    <a:pt x="11108" y="3977"/>
                  </a:cubicBezTo>
                  <a:cubicBezTo>
                    <a:pt x="11132" y="3663"/>
                    <a:pt x="10866" y="3385"/>
                    <a:pt x="10528" y="3385"/>
                  </a:cubicBezTo>
                  <a:cubicBezTo>
                    <a:pt x="10467" y="3385"/>
                    <a:pt x="10395" y="3397"/>
                    <a:pt x="10334" y="3421"/>
                  </a:cubicBezTo>
                  <a:cubicBezTo>
                    <a:pt x="10371" y="3324"/>
                    <a:pt x="10371" y="3240"/>
                    <a:pt x="10371" y="3131"/>
                  </a:cubicBezTo>
                  <a:cubicBezTo>
                    <a:pt x="10371" y="2515"/>
                    <a:pt x="9863" y="1995"/>
                    <a:pt x="9234" y="1995"/>
                  </a:cubicBezTo>
                  <a:cubicBezTo>
                    <a:pt x="9017" y="1995"/>
                    <a:pt x="8811" y="2055"/>
                    <a:pt x="8642" y="2164"/>
                  </a:cubicBezTo>
                  <a:lnTo>
                    <a:pt x="8642" y="2055"/>
                  </a:lnTo>
                  <a:cubicBezTo>
                    <a:pt x="8642" y="1439"/>
                    <a:pt x="8147" y="919"/>
                    <a:pt x="7506" y="919"/>
                  </a:cubicBezTo>
                  <a:cubicBezTo>
                    <a:pt x="7446" y="919"/>
                    <a:pt x="7385" y="919"/>
                    <a:pt x="7325" y="943"/>
                  </a:cubicBezTo>
                  <a:cubicBezTo>
                    <a:pt x="7059" y="399"/>
                    <a:pt x="6479" y="1"/>
                    <a:pt x="58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6160239" y="4033883"/>
              <a:ext cx="856458" cy="353324"/>
            </a:xfrm>
            <a:custGeom>
              <a:rect b="b" l="l" r="r" t="t"/>
              <a:pathLst>
                <a:path extrusionOk="0" h="6757" w="16379">
                  <a:moveTo>
                    <a:pt x="8606" y="0"/>
                  </a:moveTo>
                  <a:cubicBezTo>
                    <a:pt x="7434" y="0"/>
                    <a:pt x="6479" y="810"/>
                    <a:pt x="6201" y="1874"/>
                  </a:cubicBezTo>
                  <a:cubicBezTo>
                    <a:pt x="5947" y="1729"/>
                    <a:pt x="5657" y="1632"/>
                    <a:pt x="5343" y="1632"/>
                  </a:cubicBezTo>
                  <a:cubicBezTo>
                    <a:pt x="4412" y="1632"/>
                    <a:pt x="3675" y="2381"/>
                    <a:pt x="3675" y="3300"/>
                  </a:cubicBezTo>
                  <a:lnTo>
                    <a:pt x="3675" y="3409"/>
                  </a:lnTo>
                  <a:cubicBezTo>
                    <a:pt x="3421" y="3227"/>
                    <a:pt x="3107" y="3119"/>
                    <a:pt x="2768" y="3119"/>
                  </a:cubicBezTo>
                  <a:cubicBezTo>
                    <a:pt x="1898" y="3119"/>
                    <a:pt x="1185" y="3832"/>
                    <a:pt x="1185" y="4702"/>
                  </a:cubicBezTo>
                  <a:cubicBezTo>
                    <a:pt x="1185" y="4823"/>
                    <a:pt x="1197" y="4932"/>
                    <a:pt x="1209" y="5040"/>
                  </a:cubicBezTo>
                  <a:cubicBezTo>
                    <a:pt x="1113" y="4992"/>
                    <a:pt x="1004" y="4980"/>
                    <a:pt x="895" y="4980"/>
                  </a:cubicBezTo>
                  <a:cubicBezTo>
                    <a:pt x="399" y="4980"/>
                    <a:pt x="1" y="5367"/>
                    <a:pt x="1" y="5874"/>
                  </a:cubicBezTo>
                  <a:cubicBezTo>
                    <a:pt x="1" y="6370"/>
                    <a:pt x="399" y="6757"/>
                    <a:pt x="895" y="6757"/>
                  </a:cubicBezTo>
                  <a:lnTo>
                    <a:pt x="15496" y="6757"/>
                  </a:lnTo>
                  <a:cubicBezTo>
                    <a:pt x="15991" y="6757"/>
                    <a:pt x="16378" y="6370"/>
                    <a:pt x="16378" y="5874"/>
                  </a:cubicBezTo>
                  <a:cubicBezTo>
                    <a:pt x="16366" y="5367"/>
                    <a:pt x="15967" y="4968"/>
                    <a:pt x="15484" y="4968"/>
                  </a:cubicBezTo>
                  <a:cubicBezTo>
                    <a:pt x="15375" y="4968"/>
                    <a:pt x="15278" y="4980"/>
                    <a:pt x="15194" y="5004"/>
                  </a:cubicBezTo>
                  <a:cubicBezTo>
                    <a:pt x="15218" y="4871"/>
                    <a:pt x="15254" y="4738"/>
                    <a:pt x="15254" y="4593"/>
                  </a:cubicBezTo>
                  <a:cubicBezTo>
                    <a:pt x="15254" y="3675"/>
                    <a:pt x="14517" y="2937"/>
                    <a:pt x="13586" y="2937"/>
                  </a:cubicBezTo>
                  <a:cubicBezTo>
                    <a:pt x="13272" y="2937"/>
                    <a:pt x="12970" y="3022"/>
                    <a:pt x="12728" y="3179"/>
                  </a:cubicBezTo>
                  <a:cubicBezTo>
                    <a:pt x="12728" y="3131"/>
                    <a:pt x="12740" y="3070"/>
                    <a:pt x="12740" y="3010"/>
                  </a:cubicBezTo>
                  <a:cubicBezTo>
                    <a:pt x="12740" y="2091"/>
                    <a:pt x="12003" y="1354"/>
                    <a:pt x="11084" y="1354"/>
                  </a:cubicBezTo>
                  <a:cubicBezTo>
                    <a:pt x="10988" y="1354"/>
                    <a:pt x="10903" y="1366"/>
                    <a:pt x="10830" y="1378"/>
                  </a:cubicBezTo>
                  <a:cubicBezTo>
                    <a:pt x="10419" y="568"/>
                    <a:pt x="9585" y="0"/>
                    <a:pt x="8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5082019" y="4414344"/>
              <a:ext cx="3670183" cy="189656"/>
            </a:xfrm>
            <a:custGeom>
              <a:rect b="b" l="l" r="r" t="t"/>
              <a:pathLst>
                <a:path extrusionOk="0" h="3627" w="70189">
                  <a:moveTo>
                    <a:pt x="0" y="0"/>
                  </a:moveTo>
                  <a:cubicBezTo>
                    <a:pt x="0" y="2007"/>
                    <a:pt x="1620" y="3626"/>
                    <a:pt x="3626" y="3626"/>
                  </a:cubicBezTo>
                  <a:lnTo>
                    <a:pt x="66563" y="3626"/>
                  </a:lnTo>
                  <a:cubicBezTo>
                    <a:pt x="68569" y="3626"/>
                    <a:pt x="70189" y="2007"/>
                    <a:pt x="70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6" name="Google Shape;596;p24"/>
            <p:cNvGrpSpPr/>
            <p:nvPr/>
          </p:nvGrpSpPr>
          <p:grpSpPr>
            <a:xfrm>
              <a:off x="5162284" y="4516728"/>
              <a:ext cx="3510906" cy="52"/>
              <a:chOff x="5162284" y="4516728"/>
              <a:chExt cx="3510906" cy="52"/>
            </a:xfrm>
          </p:grpSpPr>
          <p:sp>
            <p:nvSpPr>
              <p:cNvPr id="597" name="Google Shape;597;p24"/>
              <p:cNvSpPr/>
              <p:nvPr/>
            </p:nvSpPr>
            <p:spPr>
              <a:xfrm>
                <a:off x="5162284" y="4516728"/>
                <a:ext cx="96736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4"/>
              <p:cNvSpPr/>
              <p:nvPr/>
            </p:nvSpPr>
            <p:spPr>
              <a:xfrm>
                <a:off x="5317115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5472625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4"/>
              <p:cNvSpPr/>
              <p:nvPr/>
            </p:nvSpPr>
            <p:spPr>
              <a:xfrm>
                <a:off x="5627456" y="4516728"/>
                <a:ext cx="96736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4"/>
              <p:cNvSpPr/>
              <p:nvPr/>
            </p:nvSpPr>
            <p:spPr>
              <a:xfrm>
                <a:off x="5782914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4"/>
              <p:cNvSpPr/>
              <p:nvPr/>
            </p:nvSpPr>
            <p:spPr>
              <a:xfrm>
                <a:off x="593779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6092628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4"/>
              <p:cNvSpPr/>
              <p:nvPr/>
            </p:nvSpPr>
            <p:spPr>
              <a:xfrm>
                <a:off x="624808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4"/>
              <p:cNvSpPr/>
              <p:nvPr/>
            </p:nvSpPr>
            <p:spPr>
              <a:xfrm>
                <a:off x="640291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655842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6713885" y="4516728"/>
                <a:ext cx="96737" cy="52"/>
              </a:xfrm>
              <a:custGeom>
                <a:rect b="b" l="l" r="r" t="t"/>
                <a:pathLst>
                  <a:path extrusionOk="0" fill="none" h="1" w="1850">
                    <a:moveTo>
                      <a:pt x="1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6868716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7024226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717905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7333887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7489398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7644228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779968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7954569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4"/>
              <p:cNvSpPr/>
              <p:nvPr/>
            </p:nvSpPr>
            <p:spPr>
              <a:xfrm>
                <a:off x="8109400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24"/>
              <p:cNvSpPr/>
              <p:nvPr/>
            </p:nvSpPr>
            <p:spPr>
              <a:xfrm>
                <a:off x="8264858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4"/>
              <p:cNvSpPr/>
              <p:nvPr/>
            </p:nvSpPr>
            <p:spPr>
              <a:xfrm>
                <a:off x="8420368" y="4516728"/>
                <a:ext cx="96737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49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4"/>
              <p:cNvSpPr/>
              <p:nvPr/>
            </p:nvSpPr>
            <p:spPr>
              <a:xfrm>
                <a:off x="857582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0" name="Google Shape;620;p24"/>
            <p:cNvSpPr/>
            <p:nvPr/>
          </p:nvSpPr>
          <p:spPr>
            <a:xfrm>
              <a:off x="5076320" y="4382761"/>
              <a:ext cx="3670183" cy="31635"/>
            </a:xfrm>
            <a:custGeom>
              <a:rect b="b" l="l" r="r" t="t"/>
              <a:pathLst>
                <a:path extrusionOk="0" h="605" w="70189">
                  <a:moveTo>
                    <a:pt x="605" y="0"/>
                  </a:moveTo>
                  <a:cubicBezTo>
                    <a:pt x="279" y="0"/>
                    <a:pt x="1" y="266"/>
                    <a:pt x="1" y="604"/>
                  </a:cubicBezTo>
                  <a:lnTo>
                    <a:pt x="70189" y="604"/>
                  </a:lnTo>
                  <a:cubicBezTo>
                    <a:pt x="70189" y="266"/>
                    <a:pt x="69911" y="0"/>
                    <a:pt x="695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5028945" y="4414344"/>
              <a:ext cx="3776332" cy="52"/>
            </a:xfrm>
            <a:custGeom>
              <a:rect b="b" l="l" r="r" t="t"/>
              <a:pathLst>
                <a:path extrusionOk="0" fill="none" h="1" w="72219">
                  <a:moveTo>
                    <a:pt x="0" y="0"/>
                  </a:moveTo>
                  <a:lnTo>
                    <a:pt x="72219" y="0"/>
                  </a:lnTo>
                </a:path>
              </a:pathLst>
            </a:custGeom>
            <a:noFill/>
            <a:ln cap="flat" cmpd="sng" w="3925">
              <a:solidFill>
                <a:schemeClr val="accent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5288042" y="4045230"/>
              <a:ext cx="125182" cy="233266"/>
            </a:xfrm>
            <a:custGeom>
              <a:rect b="b" l="l" r="r" t="t"/>
              <a:pathLst>
                <a:path extrusionOk="0" h="4461" w="2394">
                  <a:moveTo>
                    <a:pt x="1197" y="1"/>
                  </a:moveTo>
                  <a:cubicBezTo>
                    <a:pt x="811" y="1"/>
                    <a:pt x="484" y="315"/>
                    <a:pt x="484" y="714"/>
                  </a:cubicBezTo>
                  <a:cubicBezTo>
                    <a:pt x="484" y="883"/>
                    <a:pt x="557" y="1016"/>
                    <a:pt x="629" y="1137"/>
                  </a:cubicBezTo>
                  <a:cubicBezTo>
                    <a:pt x="436" y="1306"/>
                    <a:pt x="291" y="1548"/>
                    <a:pt x="291" y="1826"/>
                  </a:cubicBezTo>
                  <a:cubicBezTo>
                    <a:pt x="291" y="2031"/>
                    <a:pt x="351" y="2213"/>
                    <a:pt x="460" y="2346"/>
                  </a:cubicBezTo>
                  <a:cubicBezTo>
                    <a:pt x="182" y="2551"/>
                    <a:pt x="1" y="2902"/>
                    <a:pt x="1" y="3264"/>
                  </a:cubicBezTo>
                  <a:cubicBezTo>
                    <a:pt x="1" y="3917"/>
                    <a:pt x="533" y="4461"/>
                    <a:pt x="1197" y="4461"/>
                  </a:cubicBezTo>
                  <a:cubicBezTo>
                    <a:pt x="1850" y="4461"/>
                    <a:pt x="2394" y="3929"/>
                    <a:pt x="2394" y="3264"/>
                  </a:cubicBezTo>
                  <a:cubicBezTo>
                    <a:pt x="2382" y="2902"/>
                    <a:pt x="2213" y="2551"/>
                    <a:pt x="1947" y="2346"/>
                  </a:cubicBezTo>
                  <a:cubicBezTo>
                    <a:pt x="2043" y="2188"/>
                    <a:pt x="2104" y="2007"/>
                    <a:pt x="2104" y="1826"/>
                  </a:cubicBezTo>
                  <a:cubicBezTo>
                    <a:pt x="2104" y="1548"/>
                    <a:pt x="1971" y="1306"/>
                    <a:pt x="1778" y="1137"/>
                  </a:cubicBezTo>
                  <a:cubicBezTo>
                    <a:pt x="1862" y="1016"/>
                    <a:pt x="1910" y="883"/>
                    <a:pt x="1910" y="714"/>
                  </a:cubicBezTo>
                  <a:cubicBezTo>
                    <a:pt x="1910" y="315"/>
                    <a:pt x="1596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5350633" y="4145731"/>
              <a:ext cx="52" cy="268666"/>
            </a:xfrm>
            <a:custGeom>
              <a:rect b="b" l="l" r="r" t="t"/>
              <a:pathLst>
                <a:path extrusionOk="0" fill="none" h="5138" w="1">
                  <a:moveTo>
                    <a:pt x="0" y="0"/>
                  </a:moveTo>
                  <a:lnTo>
                    <a:pt x="0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5655902" y="4045230"/>
              <a:ext cx="124555" cy="233266"/>
            </a:xfrm>
            <a:custGeom>
              <a:rect b="b" l="l" r="r" t="t"/>
              <a:pathLst>
                <a:path extrusionOk="0" h="4461" w="2382">
                  <a:moveTo>
                    <a:pt x="1197" y="1"/>
                  </a:moveTo>
                  <a:cubicBezTo>
                    <a:pt x="798" y="1"/>
                    <a:pt x="484" y="315"/>
                    <a:pt x="484" y="714"/>
                  </a:cubicBezTo>
                  <a:cubicBezTo>
                    <a:pt x="484" y="883"/>
                    <a:pt x="544" y="1016"/>
                    <a:pt x="617" y="1137"/>
                  </a:cubicBezTo>
                  <a:cubicBezTo>
                    <a:pt x="423" y="1306"/>
                    <a:pt x="290" y="1548"/>
                    <a:pt x="290" y="1826"/>
                  </a:cubicBezTo>
                  <a:cubicBezTo>
                    <a:pt x="290" y="2031"/>
                    <a:pt x="351" y="2213"/>
                    <a:pt x="448" y="2346"/>
                  </a:cubicBezTo>
                  <a:cubicBezTo>
                    <a:pt x="182" y="2551"/>
                    <a:pt x="0" y="2902"/>
                    <a:pt x="0" y="3264"/>
                  </a:cubicBezTo>
                  <a:cubicBezTo>
                    <a:pt x="0" y="3917"/>
                    <a:pt x="520" y="4461"/>
                    <a:pt x="1197" y="4461"/>
                  </a:cubicBezTo>
                  <a:cubicBezTo>
                    <a:pt x="1837" y="4461"/>
                    <a:pt x="2381" y="3929"/>
                    <a:pt x="2381" y="3264"/>
                  </a:cubicBezTo>
                  <a:cubicBezTo>
                    <a:pt x="2369" y="2902"/>
                    <a:pt x="2200" y="2551"/>
                    <a:pt x="1934" y="2346"/>
                  </a:cubicBezTo>
                  <a:cubicBezTo>
                    <a:pt x="2043" y="2188"/>
                    <a:pt x="2103" y="2007"/>
                    <a:pt x="2103" y="1826"/>
                  </a:cubicBezTo>
                  <a:cubicBezTo>
                    <a:pt x="2103" y="1548"/>
                    <a:pt x="1958" y="1306"/>
                    <a:pt x="1765" y="1137"/>
                  </a:cubicBezTo>
                  <a:cubicBezTo>
                    <a:pt x="1850" y="1016"/>
                    <a:pt x="1898" y="883"/>
                    <a:pt x="1898" y="714"/>
                  </a:cubicBezTo>
                  <a:cubicBezTo>
                    <a:pt x="1898" y="315"/>
                    <a:pt x="1584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5718441" y="4145731"/>
              <a:ext cx="52" cy="268666"/>
            </a:xfrm>
            <a:custGeom>
              <a:rect b="b" l="l" r="r" t="t"/>
              <a:pathLst>
                <a:path extrusionOk="0" fill="none" h="5138" w="1">
                  <a:moveTo>
                    <a:pt x="1" y="0"/>
                  </a:moveTo>
                  <a:lnTo>
                    <a:pt x="1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6" name="Google Shape;626;p24"/>
          <p:cNvSpPr/>
          <p:nvPr/>
        </p:nvSpPr>
        <p:spPr>
          <a:xfrm>
            <a:off x="7599335" y="11594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6343345" y="72821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6953610" y="15313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5"/>
          <p:cNvSpPr txBox="1"/>
          <p:nvPr>
            <p:ph type="title"/>
          </p:nvPr>
        </p:nvSpPr>
        <p:spPr>
          <a:xfrm>
            <a:off x="4134125" y="1057650"/>
            <a:ext cx="4294800" cy="6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it the Best?</a:t>
            </a:r>
            <a:endParaRPr/>
          </a:p>
        </p:txBody>
      </p:sp>
      <p:sp>
        <p:nvSpPr>
          <p:cNvPr id="634" name="Google Shape;634;p25"/>
          <p:cNvSpPr txBox="1"/>
          <p:nvPr>
            <p:ph idx="1" type="subTitle"/>
          </p:nvPr>
        </p:nvSpPr>
        <p:spPr>
          <a:xfrm>
            <a:off x="4134125" y="1743600"/>
            <a:ext cx="4294800" cy="22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</a:t>
            </a:r>
            <a:r>
              <a:rPr lang="en" sz="1400"/>
              <a:t>definition</a:t>
            </a:r>
            <a:r>
              <a:rPr lang="en" sz="1400"/>
              <a:t> of the best </a:t>
            </a:r>
            <a:r>
              <a:rPr lang="en" sz="1400"/>
              <a:t>neighborhood</a:t>
            </a:r>
            <a:r>
              <a:rPr lang="en" sz="1400"/>
              <a:t> </a:t>
            </a:r>
            <a:r>
              <a:rPr lang="en" sz="1400"/>
              <a:t>will be</a:t>
            </a:r>
            <a:r>
              <a:rPr lang="en" sz="1400"/>
              <a:t> dictated by what </a:t>
            </a:r>
            <a:r>
              <a:rPr lang="en" sz="1400"/>
              <a:t>neighborhood</a:t>
            </a:r>
            <a:r>
              <a:rPr lang="en" sz="1400"/>
              <a:t> is the safest. 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Data sets to be looked at: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fire incidents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arrests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reported crimes</a:t>
            </a:r>
            <a:endParaRPr sz="1400"/>
          </a:p>
        </p:txBody>
      </p:sp>
      <p:sp>
        <p:nvSpPr>
          <p:cNvPr id="635" name="Google Shape;635;p25"/>
          <p:cNvSpPr/>
          <p:nvPr/>
        </p:nvSpPr>
        <p:spPr>
          <a:xfrm>
            <a:off x="498090" y="3955500"/>
            <a:ext cx="497435" cy="433589"/>
          </a:xfrm>
          <a:custGeom>
            <a:rect b="b" l="l" r="r" t="t"/>
            <a:pathLst>
              <a:path extrusionOk="0" h="8292" w="9513">
                <a:moveTo>
                  <a:pt x="4750" y="0"/>
                </a:moveTo>
                <a:cubicBezTo>
                  <a:pt x="3832" y="0"/>
                  <a:pt x="0" y="8292"/>
                  <a:pt x="4750" y="8292"/>
                </a:cubicBezTo>
                <a:cubicBezTo>
                  <a:pt x="9513" y="8280"/>
                  <a:pt x="5681" y="0"/>
                  <a:pt x="4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738258" y="4145731"/>
            <a:ext cx="52" cy="268666"/>
          </a:xfrm>
          <a:custGeom>
            <a:rect b="b" l="l" r="r" t="t"/>
            <a:pathLst>
              <a:path extrusionOk="0" fill="none" h="5138" w="1">
                <a:moveTo>
                  <a:pt x="0" y="0"/>
                </a:moveTo>
                <a:lnTo>
                  <a:pt x="0" y="5137"/>
                </a:lnTo>
              </a:path>
            </a:pathLst>
          </a:custGeom>
          <a:solidFill>
            <a:schemeClr val="accent5"/>
          </a:solidFill>
          <a:ln cap="flat" cmpd="sng" w="3925">
            <a:solidFill>
              <a:schemeClr val="accent2"/>
            </a:solidFill>
            <a:prstDash val="solid"/>
            <a:miter lim="1208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25"/>
          <p:cNvGrpSpPr/>
          <p:nvPr/>
        </p:nvGrpSpPr>
        <p:grpSpPr>
          <a:xfrm>
            <a:off x="416570" y="1304733"/>
            <a:ext cx="3776332" cy="3299267"/>
            <a:chOff x="416570" y="1304733"/>
            <a:chExt cx="3776332" cy="3299267"/>
          </a:xfrm>
        </p:grpSpPr>
        <p:sp>
          <p:nvSpPr>
            <p:cNvPr id="638" name="Google Shape;638;p25"/>
            <p:cNvSpPr/>
            <p:nvPr/>
          </p:nvSpPr>
          <p:spPr>
            <a:xfrm>
              <a:off x="3846531" y="4128057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9" name="Google Shape;639;p25"/>
            <p:cNvGrpSpPr/>
            <p:nvPr/>
          </p:nvGrpSpPr>
          <p:grpSpPr>
            <a:xfrm>
              <a:off x="416570" y="1304733"/>
              <a:ext cx="3776332" cy="3299267"/>
              <a:chOff x="416570" y="1304733"/>
              <a:chExt cx="3776332" cy="3299267"/>
            </a:xfrm>
          </p:grpSpPr>
          <p:grpSp>
            <p:nvGrpSpPr>
              <p:cNvPr id="640" name="Google Shape;640;p25"/>
              <p:cNvGrpSpPr/>
              <p:nvPr/>
            </p:nvGrpSpPr>
            <p:grpSpPr>
              <a:xfrm>
                <a:off x="1099490" y="2173849"/>
                <a:ext cx="210886" cy="2214031"/>
                <a:chOff x="-70650" y="394638"/>
                <a:chExt cx="116050" cy="1218375"/>
              </a:xfrm>
            </p:grpSpPr>
            <p:sp>
              <p:nvSpPr>
                <p:cNvPr id="641" name="Google Shape;641;p25"/>
                <p:cNvSpPr/>
                <p:nvPr/>
              </p:nvSpPr>
              <p:spPr>
                <a:xfrm>
                  <a:off x="-70650" y="394638"/>
                  <a:ext cx="35975" cy="1218375"/>
                </a:xfrm>
                <a:custGeom>
                  <a:rect b="b" l="l" r="r" t="t"/>
                  <a:pathLst>
                    <a:path extrusionOk="0" h="48735" w="1439">
                      <a:moveTo>
                        <a:pt x="544" y="0"/>
                      </a:moveTo>
                      <a:lnTo>
                        <a:pt x="544" y="2212"/>
                      </a:lnTo>
                      <a:lnTo>
                        <a:pt x="351" y="2212"/>
                      </a:lnTo>
                      <a:lnTo>
                        <a:pt x="351" y="4871"/>
                      </a:lnTo>
                      <a:lnTo>
                        <a:pt x="0" y="4871"/>
                      </a:lnTo>
                      <a:lnTo>
                        <a:pt x="0" y="48734"/>
                      </a:lnTo>
                      <a:lnTo>
                        <a:pt x="1438" y="48734"/>
                      </a:lnTo>
                      <a:lnTo>
                        <a:pt x="1438" y="4871"/>
                      </a:lnTo>
                      <a:lnTo>
                        <a:pt x="1088" y="4871"/>
                      </a:lnTo>
                      <a:lnTo>
                        <a:pt x="1088" y="2212"/>
                      </a:lnTo>
                      <a:lnTo>
                        <a:pt x="894" y="2212"/>
                      </a:lnTo>
                      <a:lnTo>
                        <a:pt x="89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25"/>
                <p:cNvSpPr/>
                <p:nvPr/>
              </p:nvSpPr>
              <p:spPr>
                <a:xfrm>
                  <a:off x="9725" y="394638"/>
                  <a:ext cx="35675" cy="1218375"/>
                </a:xfrm>
                <a:custGeom>
                  <a:rect b="b" l="l" r="r" t="t"/>
                  <a:pathLst>
                    <a:path extrusionOk="0" h="48735" w="1427">
                      <a:moveTo>
                        <a:pt x="544" y="0"/>
                      </a:moveTo>
                      <a:lnTo>
                        <a:pt x="544" y="2212"/>
                      </a:lnTo>
                      <a:lnTo>
                        <a:pt x="339" y="2212"/>
                      </a:lnTo>
                      <a:lnTo>
                        <a:pt x="339" y="4871"/>
                      </a:lnTo>
                      <a:lnTo>
                        <a:pt x="0" y="4871"/>
                      </a:lnTo>
                      <a:lnTo>
                        <a:pt x="0" y="48734"/>
                      </a:lnTo>
                      <a:lnTo>
                        <a:pt x="1426" y="48734"/>
                      </a:lnTo>
                      <a:lnTo>
                        <a:pt x="1426" y="4871"/>
                      </a:lnTo>
                      <a:lnTo>
                        <a:pt x="1088" y="4871"/>
                      </a:lnTo>
                      <a:lnTo>
                        <a:pt x="1088" y="2212"/>
                      </a:lnTo>
                      <a:lnTo>
                        <a:pt x="883" y="2212"/>
                      </a:lnTo>
                      <a:lnTo>
                        <a:pt x="8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3" name="Google Shape;643;p25"/>
              <p:cNvGrpSpPr/>
              <p:nvPr/>
            </p:nvGrpSpPr>
            <p:grpSpPr>
              <a:xfrm>
                <a:off x="2720969" y="2173789"/>
                <a:ext cx="767764" cy="2213997"/>
                <a:chOff x="1964475" y="929475"/>
                <a:chExt cx="286800" cy="827075"/>
              </a:xfrm>
            </p:grpSpPr>
            <p:sp>
              <p:nvSpPr>
                <p:cNvPr id="644" name="Google Shape;644;p25"/>
                <p:cNvSpPr/>
                <p:nvPr/>
              </p:nvSpPr>
              <p:spPr>
                <a:xfrm>
                  <a:off x="1964475" y="929475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25"/>
                <p:cNvSpPr/>
                <p:nvPr/>
              </p:nvSpPr>
              <p:spPr>
                <a:xfrm>
                  <a:off x="1982300" y="94972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25"/>
                <p:cNvSpPr/>
                <p:nvPr/>
              </p:nvSpPr>
              <p:spPr>
                <a:xfrm>
                  <a:off x="1964475" y="1046725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25"/>
                <p:cNvSpPr/>
                <p:nvPr/>
              </p:nvSpPr>
              <p:spPr>
                <a:xfrm>
                  <a:off x="1982300" y="106727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25"/>
                <p:cNvSpPr/>
                <p:nvPr/>
              </p:nvSpPr>
              <p:spPr>
                <a:xfrm>
                  <a:off x="1964475" y="1164575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25"/>
                <p:cNvSpPr/>
                <p:nvPr/>
              </p:nvSpPr>
              <p:spPr>
                <a:xfrm>
                  <a:off x="1982300" y="118482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1"/>
                      </a:lnTo>
                      <a:lnTo>
                        <a:pt x="10033" y="4061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25"/>
                <p:cNvSpPr/>
                <p:nvPr/>
              </p:nvSpPr>
              <p:spPr>
                <a:xfrm>
                  <a:off x="1964475" y="1282125"/>
                  <a:ext cx="286800" cy="20250"/>
                </a:xfrm>
                <a:custGeom>
                  <a:rect b="b" l="l" r="r" t="t"/>
                  <a:pathLst>
                    <a:path extrusionOk="0" h="810" w="11472">
                      <a:moveTo>
                        <a:pt x="1" y="0"/>
                      </a:moveTo>
                      <a:lnTo>
                        <a:pt x="1" y="810"/>
                      </a:lnTo>
                      <a:lnTo>
                        <a:pt x="11471" y="810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25"/>
                <p:cNvSpPr/>
                <p:nvPr/>
              </p:nvSpPr>
              <p:spPr>
                <a:xfrm>
                  <a:off x="1982300" y="1302050"/>
                  <a:ext cx="250825" cy="101875"/>
                </a:xfrm>
                <a:custGeom>
                  <a:rect b="b" l="l" r="r" t="t"/>
                  <a:pathLst>
                    <a:path extrusionOk="0" h="4075" w="10033">
                      <a:moveTo>
                        <a:pt x="1" y="1"/>
                      </a:moveTo>
                      <a:lnTo>
                        <a:pt x="1" y="4074"/>
                      </a:lnTo>
                      <a:lnTo>
                        <a:pt x="10033" y="4074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25"/>
                <p:cNvSpPr/>
                <p:nvPr/>
              </p:nvSpPr>
              <p:spPr>
                <a:xfrm>
                  <a:off x="1964475" y="1399650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25"/>
                <p:cNvSpPr/>
                <p:nvPr/>
              </p:nvSpPr>
              <p:spPr>
                <a:xfrm>
                  <a:off x="1982300" y="141990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25"/>
                <p:cNvSpPr/>
                <p:nvPr/>
              </p:nvSpPr>
              <p:spPr>
                <a:xfrm>
                  <a:off x="1964475" y="1517500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25"/>
                <p:cNvSpPr/>
                <p:nvPr/>
              </p:nvSpPr>
              <p:spPr>
                <a:xfrm>
                  <a:off x="1982300" y="153745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25"/>
                <p:cNvSpPr/>
                <p:nvPr/>
              </p:nvSpPr>
              <p:spPr>
                <a:xfrm>
                  <a:off x="1964475" y="1634750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25"/>
                <p:cNvSpPr/>
                <p:nvPr/>
              </p:nvSpPr>
              <p:spPr>
                <a:xfrm>
                  <a:off x="1982300" y="165500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58" name="Google Shape;658;p25"/>
              <p:cNvSpPr/>
              <p:nvPr/>
            </p:nvSpPr>
            <p:spPr>
              <a:xfrm>
                <a:off x="3591827" y="4114148"/>
                <a:ext cx="148556" cy="278131"/>
              </a:xfrm>
              <a:custGeom>
                <a:rect b="b" l="l" r="r" t="t"/>
                <a:pathLst>
                  <a:path extrusionOk="0" h="5319" w="2841">
                    <a:moveTo>
                      <a:pt x="1415" y="0"/>
                    </a:moveTo>
                    <a:cubicBezTo>
                      <a:pt x="943" y="0"/>
                      <a:pt x="568" y="375"/>
                      <a:pt x="568" y="846"/>
                    </a:cubicBezTo>
                    <a:cubicBezTo>
                      <a:pt x="568" y="1028"/>
                      <a:pt x="629" y="1209"/>
                      <a:pt x="726" y="1342"/>
                    </a:cubicBezTo>
                    <a:cubicBezTo>
                      <a:pt x="484" y="1535"/>
                      <a:pt x="339" y="1837"/>
                      <a:pt x="339" y="2176"/>
                    </a:cubicBezTo>
                    <a:cubicBezTo>
                      <a:pt x="339" y="2405"/>
                      <a:pt x="411" y="2611"/>
                      <a:pt x="532" y="2792"/>
                    </a:cubicBezTo>
                    <a:cubicBezTo>
                      <a:pt x="218" y="3046"/>
                      <a:pt x="0" y="3445"/>
                      <a:pt x="0" y="3892"/>
                    </a:cubicBezTo>
                    <a:cubicBezTo>
                      <a:pt x="0" y="4678"/>
                      <a:pt x="641" y="5318"/>
                      <a:pt x="1427" y="5318"/>
                    </a:cubicBezTo>
                    <a:cubicBezTo>
                      <a:pt x="2212" y="5318"/>
                      <a:pt x="2841" y="4678"/>
                      <a:pt x="2841" y="3892"/>
                    </a:cubicBezTo>
                    <a:cubicBezTo>
                      <a:pt x="2829" y="3445"/>
                      <a:pt x="2623" y="3046"/>
                      <a:pt x="2285" y="2792"/>
                    </a:cubicBezTo>
                    <a:cubicBezTo>
                      <a:pt x="2406" y="2611"/>
                      <a:pt x="2478" y="2405"/>
                      <a:pt x="2478" y="2176"/>
                    </a:cubicBezTo>
                    <a:cubicBezTo>
                      <a:pt x="2478" y="1837"/>
                      <a:pt x="2333" y="1535"/>
                      <a:pt x="2091" y="1342"/>
                    </a:cubicBezTo>
                    <a:cubicBezTo>
                      <a:pt x="2200" y="1209"/>
                      <a:pt x="2261" y="1028"/>
                      <a:pt x="2261" y="846"/>
                    </a:cubicBezTo>
                    <a:cubicBezTo>
                      <a:pt x="2261" y="375"/>
                      <a:pt x="1874" y="0"/>
                      <a:pt x="14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5"/>
              <p:cNvSpPr/>
              <p:nvPr/>
            </p:nvSpPr>
            <p:spPr>
              <a:xfrm>
                <a:off x="2715865" y="4146358"/>
                <a:ext cx="582145" cy="239593"/>
              </a:xfrm>
              <a:custGeom>
                <a:rect b="b" l="l" r="r" t="t"/>
                <a:pathLst>
                  <a:path extrusionOk="0" h="4582" w="11133">
                    <a:moveTo>
                      <a:pt x="5826" y="1"/>
                    </a:moveTo>
                    <a:cubicBezTo>
                      <a:pt x="5040" y="1"/>
                      <a:pt x="4400" y="544"/>
                      <a:pt x="4206" y="1270"/>
                    </a:cubicBezTo>
                    <a:cubicBezTo>
                      <a:pt x="4037" y="1161"/>
                      <a:pt x="3832" y="1100"/>
                      <a:pt x="3614" y="1100"/>
                    </a:cubicBezTo>
                    <a:cubicBezTo>
                      <a:pt x="2998" y="1100"/>
                      <a:pt x="2478" y="1608"/>
                      <a:pt x="2478" y="2237"/>
                    </a:cubicBezTo>
                    <a:lnTo>
                      <a:pt x="2478" y="2309"/>
                    </a:lnTo>
                    <a:cubicBezTo>
                      <a:pt x="2297" y="2188"/>
                      <a:pt x="2091" y="2116"/>
                      <a:pt x="1861" y="2116"/>
                    </a:cubicBezTo>
                    <a:cubicBezTo>
                      <a:pt x="1269" y="2116"/>
                      <a:pt x="786" y="2599"/>
                      <a:pt x="786" y="3191"/>
                    </a:cubicBezTo>
                    <a:cubicBezTo>
                      <a:pt x="786" y="3264"/>
                      <a:pt x="798" y="3337"/>
                      <a:pt x="822" y="3421"/>
                    </a:cubicBezTo>
                    <a:cubicBezTo>
                      <a:pt x="762" y="3385"/>
                      <a:pt x="677" y="3373"/>
                      <a:pt x="604" y="3373"/>
                    </a:cubicBezTo>
                    <a:cubicBezTo>
                      <a:pt x="278" y="3373"/>
                      <a:pt x="0" y="3639"/>
                      <a:pt x="0" y="3977"/>
                    </a:cubicBezTo>
                    <a:cubicBezTo>
                      <a:pt x="0" y="4303"/>
                      <a:pt x="278" y="4581"/>
                      <a:pt x="604" y="4581"/>
                    </a:cubicBezTo>
                    <a:lnTo>
                      <a:pt x="10504" y="4581"/>
                    </a:lnTo>
                    <a:cubicBezTo>
                      <a:pt x="10830" y="4581"/>
                      <a:pt x="11108" y="4303"/>
                      <a:pt x="11108" y="3977"/>
                    </a:cubicBezTo>
                    <a:cubicBezTo>
                      <a:pt x="11132" y="3663"/>
                      <a:pt x="10866" y="3385"/>
                      <a:pt x="10528" y="3385"/>
                    </a:cubicBezTo>
                    <a:cubicBezTo>
                      <a:pt x="10467" y="3385"/>
                      <a:pt x="10395" y="3397"/>
                      <a:pt x="10334" y="3421"/>
                    </a:cubicBezTo>
                    <a:cubicBezTo>
                      <a:pt x="10371" y="3324"/>
                      <a:pt x="10371" y="3240"/>
                      <a:pt x="10371" y="3131"/>
                    </a:cubicBezTo>
                    <a:cubicBezTo>
                      <a:pt x="10371" y="2515"/>
                      <a:pt x="9863" y="1995"/>
                      <a:pt x="9234" y="1995"/>
                    </a:cubicBezTo>
                    <a:cubicBezTo>
                      <a:pt x="9017" y="1995"/>
                      <a:pt x="8811" y="2055"/>
                      <a:pt x="8642" y="2164"/>
                    </a:cubicBezTo>
                    <a:lnTo>
                      <a:pt x="8642" y="2055"/>
                    </a:lnTo>
                    <a:cubicBezTo>
                      <a:pt x="8642" y="1439"/>
                      <a:pt x="8147" y="919"/>
                      <a:pt x="7506" y="919"/>
                    </a:cubicBezTo>
                    <a:cubicBezTo>
                      <a:pt x="7446" y="919"/>
                      <a:pt x="7385" y="919"/>
                      <a:pt x="7325" y="943"/>
                    </a:cubicBezTo>
                    <a:cubicBezTo>
                      <a:pt x="7059" y="399"/>
                      <a:pt x="6479" y="1"/>
                      <a:pt x="58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5"/>
              <p:cNvSpPr/>
              <p:nvPr/>
            </p:nvSpPr>
            <p:spPr>
              <a:xfrm>
                <a:off x="469644" y="4414344"/>
                <a:ext cx="3670183" cy="189656"/>
              </a:xfrm>
              <a:custGeom>
                <a:rect b="b" l="l" r="r" t="t"/>
                <a:pathLst>
                  <a:path extrusionOk="0" h="3627" w="70189">
                    <a:moveTo>
                      <a:pt x="0" y="0"/>
                    </a:moveTo>
                    <a:cubicBezTo>
                      <a:pt x="0" y="2007"/>
                      <a:pt x="1620" y="3626"/>
                      <a:pt x="3626" y="3626"/>
                    </a:cubicBezTo>
                    <a:lnTo>
                      <a:pt x="66563" y="3626"/>
                    </a:lnTo>
                    <a:cubicBezTo>
                      <a:pt x="68569" y="3626"/>
                      <a:pt x="70189" y="2007"/>
                      <a:pt x="70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1" name="Google Shape;661;p25"/>
              <p:cNvGrpSpPr/>
              <p:nvPr/>
            </p:nvGrpSpPr>
            <p:grpSpPr>
              <a:xfrm>
                <a:off x="549909" y="4516728"/>
                <a:ext cx="3510906" cy="52"/>
                <a:chOff x="5162284" y="4516728"/>
                <a:chExt cx="3510906" cy="52"/>
              </a:xfrm>
            </p:grpSpPr>
            <p:sp>
              <p:nvSpPr>
                <p:cNvPr id="662" name="Google Shape;662;p25"/>
                <p:cNvSpPr/>
                <p:nvPr/>
              </p:nvSpPr>
              <p:spPr>
                <a:xfrm>
                  <a:off x="5162284" y="4516728"/>
                  <a:ext cx="96736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25"/>
                <p:cNvSpPr/>
                <p:nvPr/>
              </p:nvSpPr>
              <p:spPr>
                <a:xfrm>
                  <a:off x="5317115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25"/>
                <p:cNvSpPr/>
                <p:nvPr/>
              </p:nvSpPr>
              <p:spPr>
                <a:xfrm>
                  <a:off x="5472625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25"/>
                <p:cNvSpPr/>
                <p:nvPr/>
              </p:nvSpPr>
              <p:spPr>
                <a:xfrm>
                  <a:off x="5627456" y="4516728"/>
                  <a:ext cx="96736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25"/>
                <p:cNvSpPr/>
                <p:nvPr/>
              </p:nvSpPr>
              <p:spPr>
                <a:xfrm>
                  <a:off x="5782914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25"/>
                <p:cNvSpPr/>
                <p:nvPr/>
              </p:nvSpPr>
              <p:spPr>
                <a:xfrm>
                  <a:off x="593779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25"/>
                <p:cNvSpPr/>
                <p:nvPr/>
              </p:nvSpPr>
              <p:spPr>
                <a:xfrm>
                  <a:off x="6092628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25"/>
                <p:cNvSpPr/>
                <p:nvPr/>
              </p:nvSpPr>
              <p:spPr>
                <a:xfrm>
                  <a:off x="624808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25"/>
                <p:cNvSpPr/>
                <p:nvPr/>
              </p:nvSpPr>
              <p:spPr>
                <a:xfrm>
                  <a:off x="640291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5"/>
                <p:cNvSpPr/>
                <p:nvPr/>
              </p:nvSpPr>
              <p:spPr>
                <a:xfrm>
                  <a:off x="655842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25"/>
                <p:cNvSpPr/>
                <p:nvPr/>
              </p:nvSpPr>
              <p:spPr>
                <a:xfrm>
                  <a:off x="6713885" y="4516728"/>
                  <a:ext cx="96737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1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25"/>
                <p:cNvSpPr/>
                <p:nvPr/>
              </p:nvSpPr>
              <p:spPr>
                <a:xfrm>
                  <a:off x="6868716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25"/>
                <p:cNvSpPr/>
                <p:nvPr/>
              </p:nvSpPr>
              <p:spPr>
                <a:xfrm>
                  <a:off x="7024226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25"/>
                <p:cNvSpPr/>
                <p:nvPr/>
              </p:nvSpPr>
              <p:spPr>
                <a:xfrm>
                  <a:off x="717905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25"/>
                <p:cNvSpPr/>
                <p:nvPr/>
              </p:nvSpPr>
              <p:spPr>
                <a:xfrm>
                  <a:off x="7333887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25"/>
                <p:cNvSpPr/>
                <p:nvPr/>
              </p:nvSpPr>
              <p:spPr>
                <a:xfrm>
                  <a:off x="7489398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25"/>
                <p:cNvSpPr/>
                <p:nvPr/>
              </p:nvSpPr>
              <p:spPr>
                <a:xfrm>
                  <a:off x="7644228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25"/>
                <p:cNvSpPr/>
                <p:nvPr/>
              </p:nvSpPr>
              <p:spPr>
                <a:xfrm>
                  <a:off x="779968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5"/>
                <p:cNvSpPr/>
                <p:nvPr/>
              </p:nvSpPr>
              <p:spPr>
                <a:xfrm>
                  <a:off x="7954569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25"/>
                <p:cNvSpPr/>
                <p:nvPr/>
              </p:nvSpPr>
              <p:spPr>
                <a:xfrm>
                  <a:off x="8109400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25"/>
                <p:cNvSpPr/>
                <p:nvPr/>
              </p:nvSpPr>
              <p:spPr>
                <a:xfrm>
                  <a:off x="8264858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25"/>
                <p:cNvSpPr/>
                <p:nvPr/>
              </p:nvSpPr>
              <p:spPr>
                <a:xfrm>
                  <a:off x="8420368" y="4516728"/>
                  <a:ext cx="96737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49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25"/>
                <p:cNvSpPr/>
                <p:nvPr/>
              </p:nvSpPr>
              <p:spPr>
                <a:xfrm>
                  <a:off x="857582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85" name="Google Shape;685;p25"/>
              <p:cNvSpPr/>
              <p:nvPr/>
            </p:nvSpPr>
            <p:spPr>
              <a:xfrm>
                <a:off x="463945" y="4382761"/>
                <a:ext cx="3670183" cy="31635"/>
              </a:xfrm>
              <a:custGeom>
                <a:rect b="b" l="l" r="r" t="t"/>
                <a:pathLst>
                  <a:path extrusionOk="0" h="605" w="70189">
                    <a:moveTo>
                      <a:pt x="605" y="0"/>
                    </a:moveTo>
                    <a:cubicBezTo>
                      <a:pt x="279" y="0"/>
                      <a:pt x="1" y="266"/>
                      <a:pt x="1" y="604"/>
                    </a:cubicBezTo>
                    <a:lnTo>
                      <a:pt x="70189" y="604"/>
                    </a:lnTo>
                    <a:cubicBezTo>
                      <a:pt x="70189" y="266"/>
                      <a:pt x="69911" y="0"/>
                      <a:pt x="695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5"/>
              <p:cNvSpPr/>
              <p:nvPr/>
            </p:nvSpPr>
            <p:spPr>
              <a:xfrm>
                <a:off x="416570" y="4414344"/>
                <a:ext cx="3776332" cy="52"/>
              </a:xfrm>
              <a:custGeom>
                <a:rect b="b" l="l" r="r" t="t"/>
                <a:pathLst>
                  <a:path extrusionOk="0" fill="none" h="1" w="72219">
                    <a:moveTo>
                      <a:pt x="0" y="0"/>
                    </a:moveTo>
                    <a:lnTo>
                      <a:pt x="72219" y="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7" name="Google Shape;687;p25"/>
              <p:cNvGrpSpPr/>
              <p:nvPr/>
            </p:nvGrpSpPr>
            <p:grpSpPr>
              <a:xfrm>
                <a:off x="1671563" y="1304733"/>
                <a:ext cx="1244223" cy="3074734"/>
                <a:chOff x="1254250" y="1007400"/>
                <a:chExt cx="1244223" cy="3074734"/>
              </a:xfrm>
            </p:grpSpPr>
            <p:sp>
              <p:nvSpPr>
                <p:cNvPr id="688" name="Google Shape;688;p25"/>
                <p:cNvSpPr/>
                <p:nvPr/>
              </p:nvSpPr>
              <p:spPr>
                <a:xfrm>
                  <a:off x="2024760" y="1007400"/>
                  <a:ext cx="188868" cy="3074732"/>
                </a:xfrm>
                <a:custGeom>
                  <a:rect b="b" l="l" r="r" t="t"/>
                  <a:pathLst>
                    <a:path extrusionOk="0" h="46837" w="2877">
                      <a:moveTo>
                        <a:pt x="0" y="0"/>
                      </a:moveTo>
                      <a:lnTo>
                        <a:pt x="0" y="46837"/>
                      </a:lnTo>
                      <a:lnTo>
                        <a:pt x="2877" y="46837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25"/>
                <p:cNvSpPr/>
                <p:nvPr/>
              </p:nvSpPr>
              <p:spPr>
                <a:xfrm>
                  <a:off x="2213563" y="1007400"/>
                  <a:ext cx="284910" cy="3074732"/>
                </a:xfrm>
                <a:custGeom>
                  <a:rect b="b" l="l" r="r" t="t"/>
                  <a:pathLst>
                    <a:path extrusionOk="0" h="46837" w="4340">
                      <a:moveTo>
                        <a:pt x="1" y="0"/>
                      </a:moveTo>
                      <a:lnTo>
                        <a:pt x="1" y="46837"/>
                      </a:lnTo>
                      <a:lnTo>
                        <a:pt x="4340" y="46837"/>
                      </a:lnTo>
                      <a:lnTo>
                        <a:pt x="4340" y="513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5"/>
                <p:cNvSpPr/>
                <p:nvPr/>
              </p:nvSpPr>
              <p:spPr>
                <a:xfrm>
                  <a:off x="2213563" y="1007400"/>
                  <a:ext cx="284910" cy="360273"/>
                </a:xfrm>
                <a:custGeom>
                  <a:rect b="b" l="l" r="r" t="t"/>
                  <a:pathLst>
                    <a:path extrusionOk="0" h="5488" w="4340">
                      <a:moveTo>
                        <a:pt x="1" y="0"/>
                      </a:moveTo>
                      <a:lnTo>
                        <a:pt x="1" y="351"/>
                      </a:lnTo>
                      <a:lnTo>
                        <a:pt x="4340" y="5488"/>
                      </a:lnTo>
                      <a:lnTo>
                        <a:pt x="4340" y="513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5"/>
                <p:cNvSpPr/>
                <p:nvPr/>
              </p:nvSpPr>
              <p:spPr>
                <a:xfrm>
                  <a:off x="2024760" y="1344633"/>
                  <a:ext cx="472925" cy="23830"/>
                </a:xfrm>
                <a:custGeom>
                  <a:rect b="b" l="l" r="r" t="t"/>
                  <a:pathLst>
                    <a:path extrusionOk="0" h="363" w="7204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7204" y="363"/>
                      </a:lnTo>
                      <a:lnTo>
                        <a:pt x="720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5"/>
                <p:cNvSpPr/>
                <p:nvPr/>
              </p:nvSpPr>
              <p:spPr>
                <a:xfrm>
                  <a:off x="2024760" y="1344633"/>
                  <a:ext cx="188868" cy="23830"/>
                </a:xfrm>
                <a:custGeom>
                  <a:rect b="b" l="l" r="r" t="t"/>
                  <a:pathLst>
                    <a:path extrusionOk="0" h="363" w="2877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2877" y="363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5"/>
                <p:cNvSpPr/>
                <p:nvPr/>
              </p:nvSpPr>
              <p:spPr>
                <a:xfrm>
                  <a:off x="2477008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1" y="1"/>
                      </a:moveTo>
                      <a:lnTo>
                        <a:pt x="1" y="41350"/>
                      </a:lnTo>
                    </a:path>
                  </a:pathLst>
                </a:custGeom>
                <a:solidFill>
                  <a:schemeClr val="accent6"/>
                </a:solidFill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5"/>
                <p:cNvSpPr/>
                <p:nvPr/>
              </p:nvSpPr>
              <p:spPr>
                <a:xfrm>
                  <a:off x="223739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accent6"/>
                </a:solidFill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5"/>
                <p:cNvSpPr/>
                <p:nvPr/>
              </p:nvSpPr>
              <p:spPr>
                <a:xfrm>
                  <a:off x="2192162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25"/>
                <p:cNvSpPr/>
                <p:nvPr/>
              </p:nvSpPr>
              <p:spPr>
                <a:xfrm>
                  <a:off x="2043798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25"/>
                <p:cNvSpPr/>
                <p:nvPr/>
              </p:nvSpPr>
              <p:spPr>
                <a:xfrm>
                  <a:off x="2024760" y="1007400"/>
                  <a:ext cx="188868" cy="23830"/>
                </a:xfrm>
                <a:custGeom>
                  <a:rect b="b" l="l" r="r" t="t"/>
                  <a:pathLst>
                    <a:path extrusionOk="0" h="363" w="2877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2877" y="363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5"/>
                <p:cNvSpPr/>
                <p:nvPr/>
              </p:nvSpPr>
              <p:spPr>
                <a:xfrm>
                  <a:off x="2044585" y="1050202"/>
                  <a:ext cx="149217" cy="267514"/>
                </a:xfrm>
                <a:custGeom>
                  <a:rect b="b" l="l" r="r" t="t"/>
                  <a:pathLst>
                    <a:path extrusionOk="0" h="4075" w="2273">
                      <a:moveTo>
                        <a:pt x="0" y="1"/>
                      </a:moveTo>
                      <a:lnTo>
                        <a:pt x="0" y="4074"/>
                      </a:lnTo>
                      <a:lnTo>
                        <a:pt x="2273" y="4074"/>
                      </a:lnTo>
                      <a:lnTo>
                        <a:pt x="2273" y="1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5"/>
                <p:cNvSpPr/>
                <p:nvPr/>
              </p:nvSpPr>
              <p:spPr>
                <a:xfrm>
                  <a:off x="2044575" y="1041475"/>
                  <a:ext cx="149227" cy="210609"/>
                </a:xfrm>
                <a:custGeom>
                  <a:rect b="b" l="l" r="r" t="t"/>
                  <a:pathLst>
                    <a:path extrusionOk="0" fill="none" h="3773" w="2673">
                      <a:moveTo>
                        <a:pt x="2672" y="1"/>
                      </a:moveTo>
                      <a:lnTo>
                        <a:pt x="1" y="3772"/>
                      </a:lnTo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5"/>
                <p:cNvSpPr/>
                <p:nvPr/>
              </p:nvSpPr>
              <p:spPr>
                <a:xfrm>
                  <a:off x="2044575" y="1100867"/>
                  <a:ext cx="149227" cy="211893"/>
                </a:xfrm>
                <a:custGeom>
                  <a:rect b="b" l="l" r="r" t="t"/>
                  <a:pathLst>
                    <a:path extrusionOk="0" fill="none" h="3796" w="2673">
                      <a:moveTo>
                        <a:pt x="2672" y="1"/>
                      </a:moveTo>
                      <a:lnTo>
                        <a:pt x="1" y="3796"/>
                      </a:lnTo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5"/>
                <p:cNvSpPr/>
                <p:nvPr/>
              </p:nvSpPr>
              <p:spPr>
                <a:xfrm>
                  <a:off x="2237393" y="1106594"/>
                  <a:ext cx="178561" cy="212698"/>
                </a:xfrm>
                <a:custGeom>
                  <a:rect b="b" l="l" r="r" t="t"/>
                  <a:pathLst>
                    <a:path extrusionOk="0" h="3240" w="2720">
                      <a:moveTo>
                        <a:pt x="0" y="0"/>
                      </a:moveTo>
                      <a:lnTo>
                        <a:pt x="0" y="3239"/>
                      </a:lnTo>
                      <a:lnTo>
                        <a:pt x="2720" y="32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5"/>
                <p:cNvSpPr/>
                <p:nvPr/>
              </p:nvSpPr>
              <p:spPr>
                <a:xfrm>
                  <a:off x="2226575" y="1158924"/>
                  <a:ext cx="103808" cy="147108"/>
                </a:xfrm>
                <a:custGeom>
                  <a:rect b="b" l="l" r="r" t="t"/>
                  <a:pathLst>
                    <a:path extrusionOk="0" fill="none" h="2588" w="1826">
                      <a:moveTo>
                        <a:pt x="0" y="2587"/>
                      </a:moveTo>
                      <a:lnTo>
                        <a:pt x="1825" y="1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5"/>
                <p:cNvSpPr/>
                <p:nvPr/>
              </p:nvSpPr>
              <p:spPr>
                <a:xfrm>
                  <a:off x="2253351" y="1185754"/>
                  <a:ext cx="103126" cy="146369"/>
                </a:xfrm>
                <a:custGeom>
                  <a:rect b="b" l="l" r="r" t="t"/>
                  <a:pathLst>
                    <a:path extrusionOk="0" fill="none" h="2575" w="1814">
                      <a:moveTo>
                        <a:pt x="0" y="2575"/>
                      </a:moveTo>
                      <a:lnTo>
                        <a:pt x="1813" y="0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25"/>
                <p:cNvSpPr/>
                <p:nvPr/>
              </p:nvSpPr>
              <p:spPr>
                <a:xfrm>
                  <a:off x="2280261" y="1450129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25"/>
                <p:cNvSpPr/>
                <p:nvPr/>
              </p:nvSpPr>
              <p:spPr>
                <a:xfrm>
                  <a:off x="2273893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5"/>
                <p:cNvSpPr/>
                <p:nvPr/>
              </p:nvSpPr>
              <p:spPr>
                <a:xfrm>
                  <a:off x="2343743" y="1450129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5"/>
                <p:cNvSpPr/>
                <p:nvPr/>
              </p:nvSpPr>
              <p:spPr>
                <a:xfrm>
                  <a:off x="2337375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5"/>
                <p:cNvSpPr/>
                <p:nvPr/>
              </p:nvSpPr>
              <p:spPr>
                <a:xfrm>
                  <a:off x="2406371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5"/>
                <p:cNvSpPr/>
                <p:nvPr/>
              </p:nvSpPr>
              <p:spPr>
                <a:xfrm>
                  <a:off x="2400857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5"/>
                <p:cNvSpPr/>
                <p:nvPr/>
              </p:nvSpPr>
              <p:spPr>
                <a:xfrm>
                  <a:off x="2075505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5"/>
                <p:cNvSpPr/>
                <p:nvPr/>
              </p:nvSpPr>
              <p:spPr>
                <a:xfrm>
                  <a:off x="2069203" y="144461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25"/>
                <p:cNvSpPr/>
                <p:nvPr/>
              </p:nvSpPr>
              <p:spPr>
                <a:xfrm>
                  <a:off x="2138987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25"/>
                <p:cNvSpPr/>
                <p:nvPr/>
              </p:nvSpPr>
              <p:spPr>
                <a:xfrm>
                  <a:off x="2132619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25"/>
                <p:cNvSpPr/>
                <p:nvPr/>
              </p:nvSpPr>
              <p:spPr>
                <a:xfrm>
                  <a:off x="1254250" y="1344633"/>
                  <a:ext cx="188934" cy="2737501"/>
                </a:xfrm>
                <a:custGeom>
                  <a:rect b="b" l="l" r="r" t="t"/>
                  <a:pathLst>
                    <a:path extrusionOk="0" h="41700" w="2878">
                      <a:moveTo>
                        <a:pt x="1" y="0"/>
                      </a:moveTo>
                      <a:lnTo>
                        <a:pt x="1" y="41700"/>
                      </a:lnTo>
                      <a:lnTo>
                        <a:pt x="2878" y="41700"/>
                      </a:lnTo>
                      <a:lnTo>
                        <a:pt x="28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25"/>
                <p:cNvSpPr/>
                <p:nvPr/>
              </p:nvSpPr>
              <p:spPr>
                <a:xfrm>
                  <a:off x="142329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25"/>
                <p:cNvSpPr/>
                <p:nvPr/>
              </p:nvSpPr>
              <p:spPr>
                <a:xfrm>
                  <a:off x="1305849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25"/>
                <p:cNvSpPr/>
                <p:nvPr/>
              </p:nvSpPr>
              <p:spPr>
                <a:xfrm>
                  <a:off x="1299481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25"/>
                <p:cNvSpPr/>
                <p:nvPr/>
              </p:nvSpPr>
              <p:spPr>
                <a:xfrm>
                  <a:off x="1368543" y="1448554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1363751" y="144461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1" y="0"/>
                      </a:moveTo>
                      <a:lnTo>
                        <a:pt x="521" y="0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1305849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25"/>
                <p:cNvSpPr/>
                <p:nvPr/>
              </p:nvSpPr>
              <p:spPr>
                <a:xfrm>
                  <a:off x="1299481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25"/>
                <p:cNvSpPr/>
                <p:nvPr/>
              </p:nvSpPr>
              <p:spPr>
                <a:xfrm>
                  <a:off x="1368543" y="1639787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5"/>
                <p:cNvSpPr/>
                <p:nvPr/>
              </p:nvSpPr>
              <p:spPr>
                <a:xfrm>
                  <a:off x="1363751" y="163499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5"/>
                <p:cNvSpPr/>
                <p:nvPr/>
              </p:nvSpPr>
              <p:spPr>
                <a:xfrm>
                  <a:off x="1305849" y="1831019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5"/>
                <p:cNvSpPr/>
                <p:nvPr/>
              </p:nvSpPr>
              <p:spPr>
                <a:xfrm>
                  <a:off x="1299481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5"/>
                <p:cNvSpPr/>
                <p:nvPr/>
              </p:nvSpPr>
              <p:spPr>
                <a:xfrm>
                  <a:off x="1368543" y="1831019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5"/>
                <p:cNvSpPr/>
                <p:nvPr/>
              </p:nvSpPr>
              <p:spPr>
                <a:xfrm>
                  <a:off x="1363751" y="1827014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5"/>
                <p:cNvSpPr/>
                <p:nvPr/>
              </p:nvSpPr>
              <p:spPr>
                <a:xfrm>
                  <a:off x="1305849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25"/>
                <p:cNvSpPr/>
                <p:nvPr/>
              </p:nvSpPr>
              <p:spPr>
                <a:xfrm>
                  <a:off x="1299481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25"/>
                <p:cNvSpPr/>
                <p:nvPr/>
              </p:nvSpPr>
              <p:spPr>
                <a:xfrm>
                  <a:off x="1368543" y="20222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5"/>
                <p:cNvSpPr/>
                <p:nvPr/>
              </p:nvSpPr>
              <p:spPr>
                <a:xfrm>
                  <a:off x="1363751" y="2018246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5"/>
                <p:cNvSpPr/>
                <p:nvPr/>
              </p:nvSpPr>
              <p:spPr>
                <a:xfrm>
                  <a:off x="1305849" y="221427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5"/>
                <p:cNvSpPr/>
                <p:nvPr/>
              </p:nvSpPr>
              <p:spPr>
                <a:xfrm>
                  <a:off x="1299481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5"/>
                <p:cNvSpPr/>
                <p:nvPr/>
              </p:nvSpPr>
              <p:spPr>
                <a:xfrm>
                  <a:off x="1368543" y="221427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5"/>
                <p:cNvSpPr/>
                <p:nvPr/>
              </p:nvSpPr>
              <p:spPr>
                <a:xfrm>
                  <a:off x="1363751" y="220947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5"/>
                <p:cNvSpPr/>
                <p:nvPr/>
              </p:nvSpPr>
              <p:spPr>
                <a:xfrm>
                  <a:off x="1305849" y="240550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>
                  <a:off x="1299481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>
                  <a:off x="1368543" y="240550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25"/>
                <p:cNvSpPr/>
                <p:nvPr/>
              </p:nvSpPr>
              <p:spPr>
                <a:xfrm>
                  <a:off x="1363751" y="240071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25"/>
                <p:cNvSpPr/>
                <p:nvPr/>
              </p:nvSpPr>
              <p:spPr>
                <a:xfrm>
                  <a:off x="1305849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>
                  <a:off x="1299481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25"/>
                <p:cNvSpPr/>
                <p:nvPr/>
              </p:nvSpPr>
              <p:spPr>
                <a:xfrm>
                  <a:off x="1368543" y="259673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25"/>
                <p:cNvSpPr/>
                <p:nvPr/>
              </p:nvSpPr>
              <p:spPr>
                <a:xfrm>
                  <a:off x="1363751" y="2592731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25"/>
                <p:cNvSpPr/>
                <p:nvPr/>
              </p:nvSpPr>
              <p:spPr>
                <a:xfrm>
                  <a:off x="1305849" y="278954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25"/>
                <p:cNvSpPr/>
                <p:nvPr/>
              </p:nvSpPr>
              <p:spPr>
                <a:xfrm>
                  <a:off x="1299481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25"/>
                <p:cNvSpPr/>
                <p:nvPr/>
              </p:nvSpPr>
              <p:spPr>
                <a:xfrm>
                  <a:off x="1368543" y="278954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25"/>
                <p:cNvSpPr/>
                <p:nvPr/>
              </p:nvSpPr>
              <p:spPr>
                <a:xfrm>
                  <a:off x="1363751" y="2783963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25"/>
                <p:cNvSpPr/>
                <p:nvPr/>
              </p:nvSpPr>
              <p:spPr>
                <a:xfrm>
                  <a:off x="1305849" y="298156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5"/>
                <p:cNvSpPr/>
                <p:nvPr/>
              </p:nvSpPr>
              <p:spPr>
                <a:xfrm>
                  <a:off x="1299481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25"/>
                <p:cNvSpPr/>
                <p:nvPr/>
              </p:nvSpPr>
              <p:spPr>
                <a:xfrm>
                  <a:off x="1368543" y="298156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25"/>
                <p:cNvSpPr/>
                <p:nvPr/>
              </p:nvSpPr>
              <p:spPr>
                <a:xfrm>
                  <a:off x="1363751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25"/>
                <p:cNvSpPr/>
                <p:nvPr/>
              </p:nvSpPr>
              <p:spPr>
                <a:xfrm>
                  <a:off x="1305849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25"/>
                <p:cNvSpPr/>
                <p:nvPr/>
              </p:nvSpPr>
              <p:spPr>
                <a:xfrm>
                  <a:off x="1299481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5"/>
                <p:cNvSpPr/>
                <p:nvPr/>
              </p:nvSpPr>
              <p:spPr>
                <a:xfrm>
                  <a:off x="1368543" y="317279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>
                  <a:off x="1363751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>
                  <a:off x="1305849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>
                  <a:off x="1299481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5"/>
                <p:cNvSpPr/>
                <p:nvPr/>
              </p:nvSpPr>
              <p:spPr>
                <a:xfrm>
                  <a:off x="1368543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5"/>
                <p:cNvSpPr/>
                <p:nvPr/>
              </p:nvSpPr>
              <p:spPr>
                <a:xfrm>
                  <a:off x="1363751" y="3358448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25"/>
                <p:cNvSpPr/>
                <p:nvPr/>
              </p:nvSpPr>
              <p:spPr>
                <a:xfrm>
                  <a:off x="1305849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25"/>
                <p:cNvSpPr/>
                <p:nvPr/>
              </p:nvSpPr>
              <p:spPr>
                <a:xfrm>
                  <a:off x="1299481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25"/>
                <p:cNvSpPr/>
                <p:nvPr/>
              </p:nvSpPr>
              <p:spPr>
                <a:xfrm>
                  <a:off x="1368543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25"/>
                <p:cNvSpPr/>
                <p:nvPr/>
              </p:nvSpPr>
              <p:spPr>
                <a:xfrm>
                  <a:off x="1363751" y="354968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25"/>
                <p:cNvSpPr/>
                <p:nvPr/>
              </p:nvSpPr>
              <p:spPr>
                <a:xfrm>
                  <a:off x="1305849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5"/>
                <p:cNvSpPr/>
                <p:nvPr/>
              </p:nvSpPr>
              <p:spPr>
                <a:xfrm>
                  <a:off x="1299481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25"/>
                <p:cNvSpPr/>
                <p:nvPr/>
              </p:nvSpPr>
              <p:spPr>
                <a:xfrm>
                  <a:off x="1368543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25"/>
                <p:cNvSpPr/>
                <p:nvPr/>
              </p:nvSpPr>
              <p:spPr>
                <a:xfrm>
                  <a:off x="1363751" y="3740912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0"/>
                      </a:moveTo>
                      <a:lnTo>
                        <a:pt x="521" y="0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p25"/>
                <p:cNvSpPr/>
                <p:nvPr/>
              </p:nvSpPr>
              <p:spPr>
                <a:xfrm>
                  <a:off x="2075505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2069203" y="1827014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25"/>
                <p:cNvSpPr/>
                <p:nvPr/>
              </p:nvSpPr>
              <p:spPr>
                <a:xfrm>
                  <a:off x="2138987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25"/>
                <p:cNvSpPr/>
                <p:nvPr/>
              </p:nvSpPr>
              <p:spPr>
                <a:xfrm>
                  <a:off x="2132619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p25"/>
                <p:cNvSpPr/>
                <p:nvPr/>
              </p:nvSpPr>
              <p:spPr>
                <a:xfrm>
                  <a:off x="2075505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25"/>
                <p:cNvSpPr/>
                <p:nvPr/>
              </p:nvSpPr>
              <p:spPr>
                <a:xfrm>
                  <a:off x="2069203" y="2018246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p25"/>
                <p:cNvSpPr/>
                <p:nvPr/>
              </p:nvSpPr>
              <p:spPr>
                <a:xfrm>
                  <a:off x="2138987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25"/>
                <p:cNvSpPr/>
                <p:nvPr/>
              </p:nvSpPr>
              <p:spPr>
                <a:xfrm>
                  <a:off x="2132619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25"/>
                <p:cNvSpPr/>
                <p:nvPr/>
              </p:nvSpPr>
              <p:spPr>
                <a:xfrm>
                  <a:off x="2075505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25"/>
                <p:cNvSpPr/>
                <p:nvPr/>
              </p:nvSpPr>
              <p:spPr>
                <a:xfrm>
                  <a:off x="2069203" y="220947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25"/>
                <p:cNvSpPr/>
                <p:nvPr/>
              </p:nvSpPr>
              <p:spPr>
                <a:xfrm>
                  <a:off x="2138987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p25"/>
                <p:cNvSpPr/>
                <p:nvPr/>
              </p:nvSpPr>
              <p:spPr>
                <a:xfrm>
                  <a:off x="2132619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25"/>
                <p:cNvSpPr/>
                <p:nvPr/>
              </p:nvSpPr>
              <p:spPr>
                <a:xfrm>
                  <a:off x="2075505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25"/>
                <p:cNvSpPr/>
                <p:nvPr/>
              </p:nvSpPr>
              <p:spPr>
                <a:xfrm>
                  <a:off x="2069203" y="2400711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25"/>
                <p:cNvSpPr/>
                <p:nvPr/>
              </p:nvSpPr>
              <p:spPr>
                <a:xfrm>
                  <a:off x="2138987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2132619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2075505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2069203" y="2592731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2138987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25"/>
                <p:cNvSpPr/>
                <p:nvPr/>
              </p:nvSpPr>
              <p:spPr>
                <a:xfrm>
                  <a:off x="2132619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25"/>
                <p:cNvSpPr/>
                <p:nvPr/>
              </p:nvSpPr>
              <p:spPr>
                <a:xfrm>
                  <a:off x="2075505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25"/>
                <p:cNvSpPr/>
                <p:nvPr/>
              </p:nvSpPr>
              <p:spPr>
                <a:xfrm>
                  <a:off x="2068816" y="2783963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25"/>
                <p:cNvSpPr/>
                <p:nvPr/>
              </p:nvSpPr>
              <p:spPr>
                <a:xfrm>
                  <a:off x="2138987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25"/>
                <p:cNvSpPr/>
                <p:nvPr/>
              </p:nvSpPr>
              <p:spPr>
                <a:xfrm>
                  <a:off x="2132232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25"/>
                <p:cNvSpPr/>
                <p:nvPr/>
              </p:nvSpPr>
              <p:spPr>
                <a:xfrm>
                  <a:off x="2075118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25"/>
                <p:cNvSpPr/>
                <p:nvPr/>
              </p:nvSpPr>
              <p:spPr>
                <a:xfrm>
                  <a:off x="2069203" y="2975195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25"/>
                <p:cNvSpPr/>
                <p:nvPr/>
              </p:nvSpPr>
              <p:spPr>
                <a:xfrm>
                  <a:off x="2138987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25"/>
                <p:cNvSpPr/>
                <p:nvPr/>
              </p:nvSpPr>
              <p:spPr>
                <a:xfrm>
                  <a:off x="2132232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25"/>
                <p:cNvSpPr/>
                <p:nvPr/>
              </p:nvSpPr>
              <p:spPr>
                <a:xfrm>
                  <a:off x="2075505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25"/>
                <p:cNvSpPr/>
                <p:nvPr/>
              </p:nvSpPr>
              <p:spPr>
                <a:xfrm>
                  <a:off x="2068816" y="316642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25"/>
                <p:cNvSpPr/>
                <p:nvPr/>
              </p:nvSpPr>
              <p:spPr>
                <a:xfrm>
                  <a:off x="2138987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25"/>
                <p:cNvSpPr/>
                <p:nvPr/>
              </p:nvSpPr>
              <p:spPr>
                <a:xfrm>
                  <a:off x="2132619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25"/>
                <p:cNvSpPr/>
                <p:nvPr/>
              </p:nvSpPr>
              <p:spPr>
                <a:xfrm>
                  <a:off x="2075505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25"/>
                <p:cNvSpPr/>
                <p:nvPr/>
              </p:nvSpPr>
              <p:spPr>
                <a:xfrm>
                  <a:off x="2069203" y="3358448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25"/>
                <p:cNvSpPr/>
                <p:nvPr/>
              </p:nvSpPr>
              <p:spPr>
                <a:xfrm>
                  <a:off x="2138987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25"/>
                <p:cNvSpPr/>
                <p:nvPr/>
              </p:nvSpPr>
              <p:spPr>
                <a:xfrm>
                  <a:off x="2132619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4" name="Google Shape;804;p25"/>
                <p:cNvSpPr/>
                <p:nvPr/>
              </p:nvSpPr>
              <p:spPr>
                <a:xfrm>
                  <a:off x="2075505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5" name="Google Shape;805;p25"/>
                <p:cNvSpPr/>
                <p:nvPr/>
              </p:nvSpPr>
              <p:spPr>
                <a:xfrm>
                  <a:off x="2069203" y="3549680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6" name="Google Shape;806;p25"/>
                <p:cNvSpPr/>
                <p:nvPr/>
              </p:nvSpPr>
              <p:spPr>
                <a:xfrm>
                  <a:off x="2138987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7" name="Google Shape;807;p25"/>
                <p:cNvSpPr/>
                <p:nvPr/>
              </p:nvSpPr>
              <p:spPr>
                <a:xfrm>
                  <a:off x="2132619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8" name="Google Shape;808;p25"/>
                <p:cNvSpPr/>
                <p:nvPr/>
              </p:nvSpPr>
              <p:spPr>
                <a:xfrm>
                  <a:off x="2075505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9" name="Google Shape;809;p25"/>
                <p:cNvSpPr/>
                <p:nvPr/>
              </p:nvSpPr>
              <p:spPr>
                <a:xfrm>
                  <a:off x="2069203" y="3740912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>
                  <a:off x="2138987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1" name="Google Shape;811;p25"/>
                <p:cNvSpPr/>
                <p:nvPr/>
              </p:nvSpPr>
              <p:spPr>
                <a:xfrm>
                  <a:off x="2132619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25"/>
                <p:cNvSpPr/>
                <p:nvPr/>
              </p:nvSpPr>
              <p:spPr>
                <a:xfrm>
                  <a:off x="2280261" y="1641362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3" name="Google Shape;813;p25"/>
                <p:cNvSpPr/>
                <p:nvPr/>
              </p:nvSpPr>
              <p:spPr>
                <a:xfrm>
                  <a:off x="2273893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4" name="Google Shape;814;p25"/>
                <p:cNvSpPr/>
                <p:nvPr/>
              </p:nvSpPr>
              <p:spPr>
                <a:xfrm>
                  <a:off x="2343743" y="1641362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5"/>
                <p:cNvSpPr/>
                <p:nvPr/>
              </p:nvSpPr>
              <p:spPr>
                <a:xfrm>
                  <a:off x="2337375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6" name="Google Shape;816;p25"/>
                <p:cNvSpPr/>
                <p:nvPr/>
              </p:nvSpPr>
              <p:spPr>
                <a:xfrm>
                  <a:off x="2406371" y="164136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7" name="Google Shape;817;p25"/>
                <p:cNvSpPr/>
                <p:nvPr/>
              </p:nvSpPr>
              <p:spPr>
                <a:xfrm>
                  <a:off x="2400857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5"/>
                <p:cNvSpPr/>
                <p:nvPr/>
              </p:nvSpPr>
              <p:spPr>
                <a:xfrm>
                  <a:off x="2280261" y="183259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9" name="Google Shape;819;p25"/>
                <p:cNvSpPr/>
                <p:nvPr/>
              </p:nvSpPr>
              <p:spPr>
                <a:xfrm>
                  <a:off x="2273893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0" name="Google Shape;820;p25"/>
                <p:cNvSpPr/>
                <p:nvPr/>
              </p:nvSpPr>
              <p:spPr>
                <a:xfrm>
                  <a:off x="2343743" y="183259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5"/>
                <p:cNvSpPr/>
                <p:nvPr/>
              </p:nvSpPr>
              <p:spPr>
                <a:xfrm>
                  <a:off x="2337375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2" name="Google Shape;822;p25"/>
                <p:cNvSpPr/>
                <p:nvPr/>
              </p:nvSpPr>
              <p:spPr>
                <a:xfrm>
                  <a:off x="2406371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3" name="Google Shape;823;p25"/>
                <p:cNvSpPr/>
                <p:nvPr/>
              </p:nvSpPr>
              <p:spPr>
                <a:xfrm>
                  <a:off x="2400857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4" name="Google Shape;824;p25"/>
                <p:cNvSpPr/>
                <p:nvPr/>
              </p:nvSpPr>
              <p:spPr>
                <a:xfrm>
                  <a:off x="2280261" y="202382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25"/>
                <p:cNvSpPr/>
                <p:nvPr/>
              </p:nvSpPr>
              <p:spPr>
                <a:xfrm>
                  <a:off x="2273893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25"/>
                <p:cNvSpPr/>
                <p:nvPr/>
              </p:nvSpPr>
              <p:spPr>
                <a:xfrm>
                  <a:off x="2343743" y="202382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25"/>
                <p:cNvSpPr/>
                <p:nvPr/>
              </p:nvSpPr>
              <p:spPr>
                <a:xfrm>
                  <a:off x="2337375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8" name="Google Shape;828;p25"/>
                <p:cNvSpPr/>
                <p:nvPr/>
              </p:nvSpPr>
              <p:spPr>
                <a:xfrm>
                  <a:off x="2406371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9" name="Google Shape;829;p25"/>
                <p:cNvSpPr/>
                <p:nvPr/>
              </p:nvSpPr>
              <p:spPr>
                <a:xfrm>
                  <a:off x="2400857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0" name="Google Shape;830;p25"/>
                <p:cNvSpPr/>
                <p:nvPr/>
              </p:nvSpPr>
              <p:spPr>
                <a:xfrm>
                  <a:off x="2280261" y="221584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1" name="Google Shape;831;p25"/>
                <p:cNvSpPr/>
                <p:nvPr/>
              </p:nvSpPr>
              <p:spPr>
                <a:xfrm>
                  <a:off x="2273893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2" name="Google Shape;832;p25"/>
                <p:cNvSpPr/>
                <p:nvPr/>
              </p:nvSpPr>
              <p:spPr>
                <a:xfrm>
                  <a:off x="2343743" y="221584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3" name="Google Shape;833;p25"/>
                <p:cNvSpPr/>
                <p:nvPr/>
              </p:nvSpPr>
              <p:spPr>
                <a:xfrm>
                  <a:off x="2337375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25"/>
                <p:cNvSpPr/>
                <p:nvPr/>
              </p:nvSpPr>
              <p:spPr>
                <a:xfrm>
                  <a:off x="2406371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5" name="Google Shape;835;p25"/>
                <p:cNvSpPr/>
                <p:nvPr/>
              </p:nvSpPr>
              <p:spPr>
                <a:xfrm>
                  <a:off x="2400857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6" name="Google Shape;836;p25"/>
                <p:cNvSpPr/>
                <p:nvPr/>
              </p:nvSpPr>
              <p:spPr>
                <a:xfrm>
                  <a:off x="2280261" y="240946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7" name="Google Shape;837;p25"/>
                <p:cNvSpPr/>
                <p:nvPr/>
              </p:nvSpPr>
              <p:spPr>
                <a:xfrm>
                  <a:off x="2273893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8" name="Google Shape;838;p25"/>
                <p:cNvSpPr/>
                <p:nvPr/>
              </p:nvSpPr>
              <p:spPr>
                <a:xfrm>
                  <a:off x="2343743" y="240946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9" name="Google Shape;839;p25"/>
                <p:cNvSpPr/>
                <p:nvPr/>
              </p:nvSpPr>
              <p:spPr>
                <a:xfrm>
                  <a:off x="2337375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0" name="Google Shape;840;p25"/>
                <p:cNvSpPr/>
                <p:nvPr/>
              </p:nvSpPr>
              <p:spPr>
                <a:xfrm>
                  <a:off x="2406371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1" name="Google Shape;841;p25"/>
                <p:cNvSpPr/>
                <p:nvPr/>
              </p:nvSpPr>
              <p:spPr>
                <a:xfrm>
                  <a:off x="2400857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2" name="Google Shape;842;p25"/>
                <p:cNvSpPr/>
                <p:nvPr/>
              </p:nvSpPr>
              <p:spPr>
                <a:xfrm>
                  <a:off x="2280261" y="260069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3" name="Google Shape;843;p25"/>
                <p:cNvSpPr/>
                <p:nvPr/>
              </p:nvSpPr>
              <p:spPr>
                <a:xfrm>
                  <a:off x="2273893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4" name="Google Shape;844;p25"/>
                <p:cNvSpPr/>
                <p:nvPr/>
              </p:nvSpPr>
              <p:spPr>
                <a:xfrm>
                  <a:off x="2343743" y="260069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5" name="Google Shape;845;p25"/>
                <p:cNvSpPr/>
                <p:nvPr/>
              </p:nvSpPr>
              <p:spPr>
                <a:xfrm>
                  <a:off x="2337375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6" name="Google Shape;846;p25"/>
                <p:cNvSpPr/>
                <p:nvPr/>
              </p:nvSpPr>
              <p:spPr>
                <a:xfrm>
                  <a:off x="2406371" y="260069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7" name="Google Shape;847;p25"/>
                <p:cNvSpPr/>
                <p:nvPr/>
              </p:nvSpPr>
              <p:spPr>
                <a:xfrm>
                  <a:off x="2400857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8" name="Google Shape;848;p25"/>
                <p:cNvSpPr/>
                <p:nvPr/>
              </p:nvSpPr>
              <p:spPr>
                <a:xfrm>
                  <a:off x="2280261" y="279193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9" name="Google Shape;849;p25"/>
                <p:cNvSpPr/>
                <p:nvPr/>
              </p:nvSpPr>
              <p:spPr>
                <a:xfrm>
                  <a:off x="2273893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0" name="Google Shape;850;p25"/>
                <p:cNvSpPr/>
                <p:nvPr/>
              </p:nvSpPr>
              <p:spPr>
                <a:xfrm>
                  <a:off x="2343743" y="279193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1" name="Google Shape;851;p25"/>
                <p:cNvSpPr/>
                <p:nvPr/>
              </p:nvSpPr>
              <p:spPr>
                <a:xfrm>
                  <a:off x="2337375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2" name="Google Shape;852;p25"/>
                <p:cNvSpPr/>
                <p:nvPr/>
              </p:nvSpPr>
              <p:spPr>
                <a:xfrm>
                  <a:off x="2406371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3" name="Google Shape;853;p25"/>
                <p:cNvSpPr/>
                <p:nvPr/>
              </p:nvSpPr>
              <p:spPr>
                <a:xfrm>
                  <a:off x="2400857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4" name="Google Shape;854;p25"/>
                <p:cNvSpPr/>
                <p:nvPr/>
              </p:nvSpPr>
              <p:spPr>
                <a:xfrm>
                  <a:off x="2280261" y="29839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25"/>
                <p:cNvSpPr/>
                <p:nvPr/>
              </p:nvSpPr>
              <p:spPr>
                <a:xfrm>
                  <a:off x="2273893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6" name="Google Shape;856;p25"/>
                <p:cNvSpPr/>
                <p:nvPr/>
              </p:nvSpPr>
              <p:spPr>
                <a:xfrm>
                  <a:off x="2343743" y="29839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25"/>
                <p:cNvSpPr/>
                <p:nvPr/>
              </p:nvSpPr>
              <p:spPr>
                <a:xfrm>
                  <a:off x="2337375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25"/>
                <p:cNvSpPr/>
                <p:nvPr/>
              </p:nvSpPr>
              <p:spPr>
                <a:xfrm>
                  <a:off x="2406371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9" name="Google Shape;859;p25"/>
                <p:cNvSpPr/>
                <p:nvPr/>
              </p:nvSpPr>
              <p:spPr>
                <a:xfrm>
                  <a:off x="2400857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25"/>
                <p:cNvSpPr/>
                <p:nvPr/>
              </p:nvSpPr>
              <p:spPr>
                <a:xfrm>
                  <a:off x="2280261" y="317518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25"/>
                <p:cNvSpPr/>
                <p:nvPr/>
              </p:nvSpPr>
              <p:spPr>
                <a:xfrm>
                  <a:off x="2273893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2" name="Google Shape;862;p25"/>
                <p:cNvSpPr/>
                <p:nvPr/>
              </p:nvSpPr>
              <p:spPr>
                <a:xfrm>
                  <a:off x="2343743" y="317518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25"/>
                <p:cNvSpPr/>
                <p:nvPr/>
              </p:nvSpPr>
              <p:spPr>
                <a:xfrm>
                  <a:off x="2337375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25"/>
                <p:cNvSpPr/>
                <p:nvPr/>
              </p:nvSpPr>
              <p:spPr>
                <a:xfrm>
                  <a:off x="2406371" y="31751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5" name="Google Shape;865;p25"/>
                <p:cNvSpPr/>
                <p:nvPr/>
              </p:nvSpPr>
              <p:spPr>
                <a:xfrm>
                  <a:off x="2400857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5"/>
                <p:cNvSpPr/>
                <p:nvPr/>
              </p:nvSpPr>
              <p:spPr>
                <a:xfrm>
                  <a:off x="2280261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7" name="Google Shape;867;p25"/>
                <p:cNvSpPr/>
                <p:nvPr/>
              </p:nvSpPr>
              <p:spPr>
                <a:xfrm>
                  <a:off x="2273893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8" name="Google Shape;868;p25"/>
                <p:cNvSpPr/>
                <p:nvPr/>
              </p:nvSpPr>
              <p:spPr>
                <a:xfrm>
                  <a:off x="2343743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5"/>
                <p:cNvSpPr/>
                <p:nvPr/>
              </p:nvSpPr>
              <p:spPr>
                <a:xfrm>
                  <a:off x="2337375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0" name="Google Shape;870;p25"/>
                <p:cNvSpPr/>
                <p:nvPr/>
              </p:nvSpPr>
              <p:spPr>
                <a:xfrm>
                  <a:off x="2406371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1" name="Google Shape;871;p25"/>
                <p:cNvSpPr/>
                <p:nvPr/>
              </p:nvSpPr>
              <p:spPr>
                <a:xfrm>
                  <a:off x="2400857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5"/>
                <p:cNvSpPr/>
                <p:nvPr/>
              </p:nvSpPr>
              <p:spPr>
                <a:xfrm>
                  <a:off x="2280261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25"/>
                <p:cNvSpPr/>
                <p:nvPr/>
              </p:nvSpPr>
              <p:spPr>
                <a:xfrm>
                  <a:off x="2273893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4" name="Google Shape;874;p25"/>
                <p:cNvSpPr/>
                <p:nvPr/>
              </p:nvSpPr>
              <p:spPr>
                <a:xfrm>
                  <a:off x="2343743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5" name="Google Shape;875;p25"/>
                <p:cNvSpPr/>
                <p:nvPr/>
              </p:nvSpPr>
              <p:spPr>
                <a:xfrm>
                  <a:off x="2337375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6" name="Google Shape;876;p25"/>
                <p:cNvSpPr/>
                <p:nvPr/>
              </p:nvSpPr>
              <p:spPr>
                <a:xfrm>
                  <a:off x="2406371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7" name="Google Shape;877;p25"/>
                <p:cNvSpPr/>
                <p:nvPr/>
              </p:nvSpPr>
              <p:spPr>
                <a:xfrm>
                  <a:off x="2400857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8" name="Google Shape;878;p25"/>
                <p:cNvSpPr/>
                <p:nvPr/>
              </p:nvSpPr>
              <p:spPr>
                <a:xfrm>
                  <a:off x="2280261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9" name="Google Shape;879;p25"/>
                <p:cNvSpPr/>
                <p:nvPr/>
              </p:nvSpPr>
              <p:spPr>
                <a:xfrm>
                  <a:off x="2273893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0" name="Google Shape;880;p25"/>
                <p:cNvSpPr/>
                <p:nvPr/>
              </p:nvSpPr>
              <p:spPr>
                <a:xfrm>
                  <a:off x="2343743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1" name="Google Shape;881;p25"/>
                <p:cNvSpPr/>
                <p:nvPr/>
              </p:nvSpPr>
              <p:spPr>
                <a:xfrm>
                  <a:off x="2337375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5"/>
                <p:cNvSpPr/>
                <p:nvPr/>
              </p:nvSpPr>
              <p:spPr>
                <a:xfrm>
                  <a:off x="2406371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3" name="Google Shape;883;p25"/>
                <p:cNvSpPr/>
                <p:nvPr/>
              </p:nvSpPr>
              <p:spPr>
                <a:xfrm>
                  <a:off x="2400857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4" name="Google Shape;884;p25"/>
                <p:cNvSpPr/>
                <p:nvPr/>
              </p:nvSpPr>
              <p:spPr>
                <a:xfrm>
                  <a:off x="1443907" y="1007400"/>
                  <a:ext cx="284910" cy="3074732"/>
                </a:xfrm>
                <a:custGeom>
                  <a:rect b="b" l="l" r="r" t="t"/>
                  <a:pathLst>
                    <a:path extrusionOk="0" h="46837" w="4340">
                      <a:moveTo>
                        <a:pt x="4340" y="0"/>
                      </a:moveTo>
                      <a:lnTo>
                        <a:pt x="1" y="5137"/>
                      </a:lnTo>
                      <a:lnTo>
                        <a:pt x="1" y="46837"/>
                      </a:lnTo>
                      <a:lnTo>
                        <a:pt x="4340" y="46837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5"/>
                <p:cNvSpPr/>
                <p:nvPr/>
              </p:nvSpPr>
              <p:spPr>
                <a:xfrm>
                  <a:off x="1443907" y="1007400"/>
                  <a:ext cx="284910" cy="360273"/>
                </a:xfrm>
                <a:custGeom>
                  <a:rect b="b" l="l" r="r" t="t"/>
                  <a:pathLst>
                    <a:path extrusionOk="0" h="5488" w="4340">
                      <a:moveTo>
                        <a:pt x="4340" y="0"/>
                      </a:moveTo>
                      <a:lnTo>
                        <a:pt x="1" y="5137"/>
                      </a:lnTo>
                      <a:lnTo>
                        <a:pt x="1" y="5488"/>
                      </a:lnTo>
                      <a:lnTo>
                        <a:pt x="4340" y="351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C1DD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5"/>
                <p:cNvSpPr/>
                <p:nvPr/>
              </p:nvSpPr>
              <p:spPr>
                <a:xfrm>
                  <a:off x="1443119" y="1343845"/>
                  <a:ext cx="284910" cy="23830"/>
                </a:xfrm>
                <a:custGeom>
                  <a:rect b="b" l="l" r="r" t="t"/>
                  <a:pathLst>
                    <a:path extrusionOk="0" h="363" w="4340">
                      <a:moveTo>
                        <a:pt x="1" y="0"/>
                      </a:moveTo>
                      <a:lnTo>
                        <a:pt x="1" y="363"/>
                      </a:lnTo>
                      <a:lnTo>
                        <a:pt x="4340" y="363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7" name="Google Shape;887;p25"/>
                <p:cNvSpPr/>
                <p:nvPr/>
              </p:nvSpPr>
              <p:spPr>
                <a:xfrm>
                  <a:off x="1254250" y="1344633"/>
                  <a:ext cx="188934" cy="23830"/>
                </a:xfrm>
                <a:custGeom>
                  <a:rect b="b" l="l" r="r" t="t"/>
                  <a:pathLst>
                    <a:path extrusionOk="0" h="363" w="2878">
                      <a:moveTo>
                        <a:pt x="1" y="0"/>
                      </a:moveTo>
                      <a:lnTo>
                        <a:pt x="1" y="363"/>
                      </a:lnTo>
                      <a:lnTo>
                        <a:pt x="2878" y="363"/>
                      </a:lnTo>
                      <a:lnTo>
                        <a:pt x="28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25"/>
                <p:cNvSpPr/>
                <p:nvPr/>
              </p:nvSpPr>
              <p:spPr>
                <a:xfrm>
                  <a:off x="146373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1" y="1"/>
                      </a:moveTo>
                      <a:lnTo>
                        <a:pt x="1" y="4135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9" name="Google Shape;889;p25"/>
                <p:cNvSpPr/>
                <p:nvPr/>
              </p:nvSpPr>
              <p:spPr>
                <a:xfrm>
                  <a:off x="1704989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0" name="Google Shape;890;p25"/>
                <p:cNvSpPr/>
                <p:nvPr/>
              </p:nvSpPr>
              <p:spPr>
                <a:xfrm>
                  <a:off x="1526426" y="1105019"/>
                  <a:ext cx="178627" cy="212698"/>
                </a:xfrm>
                <a:custGeom>
                  <a:rect b="b" l="l" r="r" t="t"/>
                  <a:pathLst>
                    <a:path extrusionOk="0" h="3240" w="2721">
                      <a:moveTo>
                        <a:pt x="2720" y="0"/>
                      </a:moveTo>
                      <a:lnTo>
                        <a:pt x="1" y="3239"/>
                      </a:lnTo>
                      <a:lnTo>
                        <a:pt x="2720" y="3239"/>
                      </a:lnTo>
                      <a:lnTo>
                        <a:pt x="2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25"/>
                <p:cNvSpPr/>
                <p:nvPr/>
              </p:nvSpPr>
              <p:spPr>
                <a:xfrm>
                  <a:off x="1615314" y="1158915"/>
                  <a:ext cx="119085" cy="169896"/>
                </a:xfrm>
                <a:custGeom>
                  <a:rect b="b" l="l" r="r" t="t"/>
                  <a:pathLst>
                    <a:path extrusionOk="0" fill="none" h="2588" w="1814">
                      <a:moveTo>
                        <a:pt x="1813" y="258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2" name="Google Shape;892;p25"/>
                <p:cNvSpPr/>
                <p:nvPr/>
              </p:nvSpPr>
              <p:spPr>
                <a:xfrm>
                  <a:off x="1584328" y="1189901"/>
                  <a:ext cx="120726" cy="169042"/>
                </a:xfrm>
                <a:custGeom>
                  <a:rect b="b" l="l" r="r" t="t"/>
                  <a:pathLst>
                    <a:path extrusionOk="0" fill="none" h="2575" w="1839">
                      <a:moveTo>
                        <a:pt x="1838" y="2575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3" name="Google Shape;893;p25"/>
                <p:cNvSpPr/>
                <p:nvPr/>
              </p:nvSpPr>
              <p:spPr>
                <a:xfrm>
                  <a:off x="1637503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25"/>
                <p:cNvSpPr/>
                <p:nvPr/>
              </p:nvSpPr>
              <p:spPr>
                <a:xfrm>
                  <a:off x="1631988" y="1444615"/>
                  <a:ext cx="34924" cy="113505"/>
                </a:xfrm>
                <a:custGeom>
                  <a:rect b="b" l="l" r="r" t="t"/>
                  <a:pathLst>
                    <a:path extrusionOk="0" fill="none" h="1729" w="532">
                      <a:moveTo>
                        <a:pt x="532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25"/>
                <p:cNvSpPr/>
                <p:nvPr/>
              </p:nvSpPr>
              <p:spPr>
                <a:xfrm>
                  <a:off x="1574021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6" name="Google Shape;896;p25"/>
                <p:cNvSpPr/>
                <p:nvPr/>
              </p:nvSpPr>
              <p:spPr>
                <a:xfrm>
                  <a:off x="1569294" y="1444615"/>
                  <a:ext cx="34202" cy="113505"/>
                </a:xfrm>
                <a:custGeom>
                  <a:rect b="b" l="l" r="r" t="t"/>
                  <a:pathLst>
                    <a:path extrusionOk="0" fill="none" h="1729" w="521">
                      <a:moveTo>
                        <a:pt x="520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25"/>
                <p:cNvSpPr/>
                <p:nvPr/>
              </p:nvSpPr>
              <p:spPr>
                <a:xfrm>
                  <a:off x="1510539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8" name="Google Shape;898;p25"/>
                <p:cNvSpPr/>
                <p:nvPr/>
              </p:nvSpPr>
              <p:spPr>
                <a:xfrm>
                  <a:off x="1505025" y="1444615"/>
                  <a:ext cx="34202" cy="113505"/>
                </a:xfrm>
                <a:custGeom>
                  <a:rect b="b" l="l" r="r" t="t"/>
                  <a:pathLst>
                    <a:path extrusionOk="0" fill="none" h="1729" w="521">
                      <a:moveTo>
                        <a:pt x="520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9" name="Google Shape;899;p25"/>
                <p:cNvSpPr/>
                <p:nvPr/>
              </p:nvSpPr>
              <p:spPr>
                <a:xfrm>
                  <a:off x="1637503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0" name="Google Shape;900;p25"/>
                <p:cNvSpPr/>
                <p:nvPr/>
              </p:nvSpPr>
              <p:spPr>
                <a:xfrm>
                  <a:off x="1631988" y="163663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1" name="Google Shape;901;p25"/>
                <p:cNvSpPr/>
                <p:nvPr/>
              </p:nvSpPr>
              <p:spPr>
                <a:xfrm>
                  <a:off x="1574021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2" name="Google Shape;902;p25"/>
                <p:cNvSpPr/>
                <p:nvPr/>
              </p:nvSpPr>
              <p:spPr>
                <a:xfrm>
                  <a:off x="1569294" y="163663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25"/>
                <p:cNvSpPr/>
                <p:nvPr/>
              </p:nvSpPr>
              <p:spPr>
                <a:xfrm>
                  <a:off x="1510539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25"/>
                <p:cNvSpPr/>
                <p:nvPr/>
              </p:nvSpPr>
              <p:spPr>
                <a:xfrm>
                  <a:off x="1505025" y="163663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5" name="Google Shape;905;p25"/>
                <p:cNvSpPr/>
                <p:nvPr/>
              </p:nvSpPr>
              <p:spPr>
                <a:xfrm>
                  <a:off x="1637503" y="1831019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6" name="Google Shape;906;p25"/>
                <p:cNvSpPr/>
                <p:nvPr/>
              </p:nvSpPr>
              <p:spPr>
                <a:xfrm>
                  <a:off x="1631988" y="1827867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7" name="Google Shape;907;p25"/>
                <p:cNvSpPr/>
                <p:nvPr/>
              </p:nvSpPr>
              <p:spPr>
                <a:xfrm>
                  <a:off x="1574021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8" name="Google Shape;908;p25"/>
                <p:cNvSpPr/>
                <p:nvPr/>
              </p:nvSpPr>
              <p:spPr>
                <a:xfrm>
                  <a:off x="1569294" y="1827867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9" name="Google Shape;909;p25"/>
                <p:cNvSpPr/>
                <p:nvPr/>
              </p:nvSpPr>
              <p:spPr>
                <a:xfrm>
                  <a:off x="1510539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0" name="Google Shape;910;p25"/>
                <p:cNvSpPr/>
                <p:nvPr/>
              </p:nvSpPr>
              <p:spPr>
                <a:xfrm>
                  <a:off x="1505025" y="1827867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25"/>
                <p:cNvSpPr/>
                <p:nvPr/>
              </p:nvSpPr>
              <p:spPr>
                <a:xfrm>
                  <a:off x="1637503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2" name="Google Shape;912;p25"/>
                <p:cNvSpPr/>
                <p:nvPr/>
              </p:nvSpPr>
              <p:spPr>
                <a:xfrm>
                  <a:off x="1631988" y="2019034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3" name="Google Shape;913;p25"/>
                <p:cNvSpPr/>
                <p:nvPr/>
              </p:nvSpPr>
              <p:spPr>
                <a:xfrm>
                  <a:off x="1574021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25"/>
                <p:cNvSpPr/>
                <p:nvPr/>
              </p:nvSpPr>
              <p:spPr>
                <a:xfrm>
                  <a:off x="1569294" y="201903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5" name="Google Shape;915;p25"/>
                <p:cNvSpPr/>
                <p:nvPr/>
              </p:nvSpPr>
              <p:spPr>
                <a:xfrm>
                  <a:off x="1510539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25"/>
                <p:cNvSpPr/>
                <p:nvPr/>
              </p:nvSpPr>
              <p:spPr>
                <a:xfrm>
                  <a:off x="1505025" y="201903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25"/>
                <p:cNvSpPr/>
                <p:nvPr/>
              </p:nvSpPr>
              <p:spPr>
                <a:xfrm>
                  <a:off x="1637503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8" name="Google Shape;918;p25"/>
                <p:cNvSpPr/>
                <p:nvPr/>
              </p:nvSpPr>
              <p:spPr>
                <a:xfrm>
                  <a:off x="1631988" y="2210266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5"/>
                <p:cNvSpPr/>
                <p:nvPr/>
              </p:nvSpPr>
              <p:spPr>
                <a:xfrm>
                  <a:off x="1574021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0" name="Google Shape;920;p25"/>
                <p:cNvSpPr/>
                <p:nvPr/>
              </p:nvSpPr>
              <p:spPr>
                <a:xfrm>
                  <a:off x="1569294" y="2210266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1" name="Google Shape;921;p25"/>
                <p:cNvSpPr/>
                <p:nvPr/>
              </p:nvSpPr>
              <p:spPr>
                <a:xfrm>
                  <a:off x="1510539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25"/>
                <p:cNvSpPr/>
                <p:nvPr/>
              </p:nvSpPr>
              <p:spPr>
                <a:xfrm>
                  <a:off x="1505025" y="2210266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3" name="Google Shape;923;p25"/>
                <p:cNvSpPr/>
                <p:nvPr/>
              </p:nvSpPr>
              <p:spPr>
                <a:xfrm>
                  <a:off x="1637503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4" name="Google Shape;924;p25"/>
                <p:cNvSpPr/>
                <p:nvPr/>
              </p:nvSpPr>
              <p:spPr>
                <a:xfrm>
                  <a:off x="1631988" y="240149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5" name="Google Shape;925;p25"/>
                <p:cNvSpPr/>
                <p:nvPr/>
              </p:nvSpPr>
              <p:spPr>
                <a:xfrm>
                  <a:off x="1574021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6" name="Google Shape;926;p25"/>
                <p:cNvSpPr/>
                <p:nvPr/>
              </p:nvSpPr>
              <p:spPr>
                <a:xfrm>
                  <a:off x="1569294" y="240149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25"/>
                <p:cNvSpPr/>
                <p:nvPr/>
              </p:nvSpPr>
              <p:spPr>
                <a:xfrm>
                  <a:off x="1510539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8" name="Google Shape;928;p25"/>
                <p:cNvSpPr/>
                <p:nvPr/>
              </p:nvSpPr>
              <p:spPr>
                <a:xfrm>
                  <a:off x="1505025" y="240149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9" name="Google Shape;929;p25"/>
                <p:cNvSpPr/>
                <p:nvPr/>
              </p:nvSpPr>
              <p:spPr>
                <a:xfrm>
                  <a:off x="1637503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25"/>
                <p:cNvSpPr/>
                <p:nvPr/>
              </p:nvSpPr>
              <p:spPr>
                <a:xfrm>
                  <a:off x="1631988" y="2592731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25"/>
                <p:cNvSpPr/>
                <p:nvPr/>
              </p:nvSpPr>
              <p:spPr>
                <a:xfrm>
                  <a:off x="1574021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2" name="Google Shape;932;p25"/>
                <p:cNvSpPr/>
                <p:nvPr/>
              </p:nvSpPr>
              <p:spPr>
                <a:xfrm>
                  <a:off x="1569294" y="259273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3" name="Google Shape;933;p25"/>
                <p:cNvSpPr/>
                <p:nvPr/>
              </p:nvSpPr>
              <p:spPr>
                <a:xfrm>
                  <a:off x="1510539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4" name="Google Shape;934;p25"/>
                <p:cNvSpPr/>
                <p:nvPr/>
              </p:nvSpPr>
              <p:spPr>
                <a:xfrm>
                  <a:off x="1505025" y="259273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5" name="Google Shape;935;p25"/>
                <p:cNvSpPr/>
                <p:nvPr/>
              </p:nvSpPr>
              <p:spPr>
                <a:xfrm>
                  <a:off x="1637503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6" name="Google Shape;936;p25"/>
                <p:cNvSpPr/>
                <p:nvPr/>
              </p:nvSpPr>
              <p:spPr>
                <a:xfrm>
                  <a:off x="1631988" y="2783963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7" name="Google Shape;937;p25"/>
                <p:cNvSpPr/>
                <p:nvPr/>
              </p:nvSpPr>
              <p:spPr>
                <a:xfrm>
                  <a:off x="1574021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8" name="Google Shape;938;p25"/>
                <p:cNvSpPr/>
                <p:nvPr/>
              </p:nvSpPr>
              <p:spPr>
                <a:xfrm>
                  <a:off x="1569294" y="2783963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9" name="Google Shape;939;p25"/>
                <p:cNvSpPr/>
                <p:nvPr/>
              </p:nvSpPr>
              <p:spPr>
                <a:xfrm>
                  <a:off x="1510539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25"/>
                <p:cNvSpPr/>
                <p:nvPr/>
              </p:nvSpPr>
              <p:spPr>
                <a:xfrm>
                  <a:off x="1505025" y="2783963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1" name="Google Shape;941;p25"/>
                <p:cNvSpPr/>
                <p:nvPr/>
              </p:nvSpPr>
              <p:spPr>
                <a:xfrm>
                  <a:off x="1637503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2" name="Google Shape;942;p25"/>
                <p:cNvSpPr/>
                <p:nvPr/>
              </p:nvSpPr>
              <p:spPr>
                <a:xfrm>
                  <a:off x="1631988" y="2975195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3" name="Google Shape;943;p25"/>
                <p:cNvSpPr/>
                <p:nvPr/>
              </p:nvSpPr>
              <p:spPr>
                <a:xfrm>
                  <a:off x="1574021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4" name="Google Shape;944;p25"/>
                <p:cNvSpPr/>
                <p:nvPr/>
              </p:nvSpPr>
              <p:spPr>
                <a:xfrm>
                  <a:off x="1569294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5" name="Google Shape;945;p25"/>
                <p:cNvSpPr/>
                <p:nvPr/>
              </p:nvSpPr>
              <p:spPr>
                <a:xfrm>
                  <a:off x="1510539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6" name="Google Shape;946;p25"/>
                <p:cNvSpPr/>
                <p:nvPr/>
              </p:nvSpPr>
              <p:spPr>
                <a:xfrm>
                  <a:off x="1505025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25"/>
                <p:cNvSpPr/>
                <p:nvPr/>
              </p:nvSpPr>
              <p:spPr>
                <a:xfrm>
                  <a:off x="1637503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25"/>
                <p:cNvSpPr/>
                <p:nvPr/>
              </p:nvSpPr>
              <p:spPr>
                <a:xfrm>
                  <a:off x="1631988" y="316642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25"/>
                <p:cNvSpPr/>
                <p:nvPr/>
              </p:nvSpPr>
              <p:spPr>
                <a:xfrm>
                  <a:off x="1574021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0" name="Google Shape;950;p25"/>
                <p:cNvSpPr/>
                <p:nvPr/>
              </p:nvSpPr>
              <p:spPr>
                <a:xfrm>
                  <a:off x="1569294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1" name="Google Shape;951;p25"/>
                <p:cNvSpPr/>
                <p:nvPr/>
              </p:nvSpPr>
              <p:spPr>
                <a:xfrm>
                  <a:off x="1510539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2" name="Google Shape;952;p25"/>
                <p:cNvSpPr/>
                <p:nvPr/>
              </p:nvSpPr>
              <p:spPr>
                <a:xfrm>
                  <a:off x="1505025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3" name="Google Shape;953;p25"/>
                <p:cNvSpPr/>
                <p:nvPr/>
              </p:nvSpPr>
              <p:spPr>
                <a:xfrm>
                  <a:off x="1637503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4" name="Google Shape;954;p25"/>
                <p:cNvSpPr/>
                <p:nvPr/>
              </p:nvSpPr>
              <p:spPr>
                <a:xfrm>
                  <a:off x="1631988" y="3357660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5" name="Google Shape;955;p25"/>
                <p:cNvSpPr/>
                <p:nvPr/>
              </p:nvSpPr>
              <p:spPr>
                <a:xfrm>
                  <a:off x="1574021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6" name="Google Shape;956;p25"/>
                <p:cNvSpPr/>
                <p:nvPr/>
              </p:nvSpPr>
              <p:spPr>
                <a:xfrm>
                  <a:off x="1569294" y="335766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7" name="Google Shape;957;p25"/>
                <p:cNvSpPr/>
                <p:nvPr/>
              </p:nvSpPr>
              <p:spPr>
                <a:xfrm>
                  <a:off x="1510539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25"/>
                <p:cNvSpPr/>
                <p:nvPr/>
              </p:nvSpPr>
              <p:spPr>
                <a:xfrm>
                  <a:off x="1505025" y="335766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9" name="Google Shape;959;p25"/>
                <p:cNvSpPr/>
                <p:nvPr/>
              </p:nvSpPr>
              <p:spPr>
                <a:xfrm>
                  <a:off x="1637503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0" name="Google Shape;960;p25"/>
                <p:cNvSpPr/>
                <p:nvPr/>
              </p:nvSpPr>
              <p:spPr>
                <a:xfrm>
                  <a:off x="1631988" y="3548892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25"/>
                <p:cNvSpPr/>
                <p:nvPr/>
              </p:nvSpPr>
              <p:spPr>
                <a:xfrm>
                  <a:off x="1574021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25"/>
                <p:cNvSpPr/>
                <p:nvPr/>
              </p:nvSpPr>
              <p:spPr>
                <a:xfrm>
                  <a:off x="1569294" y="3548892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3" name="Google Shape;963;p25"/>
                <p:cNvSpPr/>
                <p:nvPr/>
              </p:nvSpPr>
              <p:spPr>
                <a:xfrm>
                  <a:off x="1510539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25"/>
                <p:cNvSpPr/>
                <p:nvPr/>
              </p:nvSpPr>
              <p:spPr>
                <a:xfrm>
                  <a:off x="1505025" y="3548892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5" name="Google Shape;965;p25"/>
                <p:cNvSpPr/>
                <p:nvPr/>
              </p:nvSpPr>
              <p:spPr>
                <a:xfrm>
                  <a:off x="1637503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6" name="Google Shape;966;p25"/>
                <p:cNvSpPr/>
                <p:nvPr/>
              </p:nvSpPr>
              <p:spPr>
                <a:xfrm>
                  <a:off x="1631988" y="374012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7" name="Google Shape;967;p25"/>
                <p:cNvSpPr/>
                <p:nvPr/>
              </p:nvSpPr>
              <p:spPr>
                <a:xfrm>
                  <a:off x="1574021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8" name="Google Shape;968;p25"/>
                <p:cNvSpPr/>
                <p:nvPr/>
              </p:nvSpPr>
              <p:spPr>
                <a:xfrm>
                  <a:off x="1569294" y="374012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25"/>
                <p:cNvSpPr/>
                <p:nvPr/>
              </p:nvSpPr>
              <p:spPr>
                <a:xfrm>
                  <a:off x="1510539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25"/>
                <p:cNvSpPr/>
                <p:nvPr/>
              </p:nvSpPr>
              <p:spPr>
                <a:xfrm>
                  <a:off x="1505025" y="374012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25"/>
                <p:cNvSpPr/>
                <p:nvPr/>
              </p:nvSpPr>
              <p:spPr>
                <a:xfrm>
                  <a:off x="1729658" y="1614380"/>
                  <a:ext cx="461042" cy="169108"/>
                </a:xfrm>
                <a:custGeom>
                  <a:rect b="b" l="l" r="r" t="t"/>
                  <a:pathLst>
                    <a:path extrusionOk="0" h="2576" w="7023">
                      <a:moveTo>
                        <a:pt x="0" y="1"/>
                      </a:moveTo>
                      <a:lnTo>
                        <a:pt x="0" y="2575"/>
                      </a:lnTo>
                      <a:lnTo>
                        <a:pt x="7023" y="2575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25"/>
                <p:cNvSpPr/>
                <p:nvPr/>
              </p:nvSpPr>
              <p:spPr>
                <a:xfrm>
                  <a:off x="1729658" y="1614380"/>
                  <a:ext cx="461042" cy="94532"/>
                </a:xfrm>
                <a:custGeom>
                  <a:rect b="b" l="l" r="r" t="t"/>
                  <a:pathLst>
                    <a:path extrusionOk="0" h="1440" w="7023">
                      <a:moveTo>
                        <a:pt x="0" y="1"/>
                      </a:moveTo>
                      <a:lnTo>
                        <a:pt x="0" y="1439"/>
                      </a:lnTo>
                      <a:lnTo>
                        <a:pt x="7023" y="1439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25"/>
                <p:cNvSpPr/>
                <p:nvPr/>
              </p:nvSpPr>
              <p:spPr>
                <a:xfrm>
                  <a:off x="1729658" y="1614380"/>
                  <a:ext cx="461042" cy="72278"/>
                </a:xfrm>
                <a:custGeom>
                  <a:rect b="b" l="l" r="r" t="t"/>
                  <a:pathLst>
                    <a:path extrusionOk="0" h="1101" w="7023">
                      <a:moveTo>
                        <a:pt x="0" y="1"/>
                      </a:moveTo>
                      <a:lnTo>
                        <a:pt x="0" y="1101"/>
                      </a:lnTo>
                      <a:lnTo>
                        <a:pt x="7023" y="1101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25"/>
                <p:cNvSpPr/>
                <p:nvPr/>
              </p:nvSpPr>
              <p:spPr>
                <a:xfrm>
                  <a:off x="1725602" y="1614380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25"/>
                <p:cNvSpPr/>
                <p:nvPr/>
              </p:nvSpPr>
              <p:spPr>
                <a:xfrm>
                  <a:off x="1725602" y="1686593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25"/>
                <p:cNvSpPr/>
                <p:nvPr/>
              </p:nvSpPr>
              <p:spPr>
                <a:xfrm>
                  <a:off x="1725602" y="1783424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0"/>
                      </a:moveTo>
                      <a:lnTo>
                        <a:pt x="7107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25"/>
                <p:cNvSpPr/>
                <p:nvPr/>
              </p:nvSpPr>
              <p:spPr>
                <a:xfrm>
                  <a:off x="1793810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25"/>
                <p:cNvSpPr/>
                <p:nvPr/>
              </p:nvSpPr>
              <p:spPr>
                <a:xfrm>
                  <a:off x="1865235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25"/>
                <p:cNvSpPr/>
                <p:nvPr/>
              </p:nvSpPr>
              <p:spPr>
                <a:xfrm>
                  <a:off x="1936660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25"/>
                <p:cNvSpPr/>
                <p:nvPr/>
              </p:nvSpPr>
              <p:spPr>
                <a:xfrm>
                  <a:off x="2007297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0" y="1"/>
                      </a:moveTo>
                      <a:lnTo>
                        <a:pt x="0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25"/>
                <p:cNvSpPr/>
                <p:nvPr/>
              </p:nvSpPr>
              <p:spPr>
                <a:xfrm>
                  <a:off x="2078722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0" y="1"/>
                      </a:moveTo>
                      <a:lnTo>
                        <a:pt x="0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25"/>
                <p:cNvSpPr/>
                <p:nvPr/>
              </p:nvSpPr>
              <p:spPr>
                <a:xfrm>
                  <a:off x="2150081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25"/>
                <p:cNvSpPr/>
                <p:nvPr/>
              </p:nvSpPr>
              <p:spPr>
                <a:xfrm>
                  <a:off x="1725602" y="1614380"/>
                  <a:ext cx="27047" cy="169108"/>
                </a:xfrm>
                <a:custGeom>
                  <a:rect b="b" l="l" r="r" t="t"/>
                  <a:pathLst>
                    <a:path extrusionOk="0" h="2576" w="412">
                      <a:moveTo>
                        <a:pt x="0" y="1"/>
                      </a:moveTo>
                      <a:lnTo>
                        <a:pt x="0" y="2575"/>
                      </a:lnTo>
                      <a:lnTo>
                        <a:pt x="411" y="257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5"/>
                <p:cNvSpPr/>
                <p:nvPr/>
              </p:nvSpPr>
              <p:spPr>
                <a:xfrm>
                  <a:off x="1728982" y="2565750"/>
                  <a:ext cx="461042" cy="168320"/>
                </a:xfrm>
                <a:custGeom>
                  <a:rect b="b" l="l" r="r" t="t"/>
                  <a:pathLst>
                    <a:path extrusionOk="0" h="2564" w="7023">
                      <a:moveTo>
                        <a:pt x="0" y="1"/>
                      </a:moveTo>
                      <a:lnTo>
                        <a:pt x="0" y="2563"/>
                      </a:lnTo>
                      <a:lnTo>
                        <a:pt x="7023" y="2563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25"/>
                <p:cNvSpPr/>
                <p:nvPr/>
              </p:nvSpPr>
              <p:spPr>
                <a:xfrm>
                  <a:off x="1728982" y="2565750"/>
                  <a:ext cx="461042" cy="93745"/>
                </a:xfrm>
                <a:custGeom>
                  <a:rect b="b" l="l" r="r" t="t"/>
                  <a:pathLst>
                    <a:path extrusionOk="0" h="1428" w="7023">
                      <a:moveTo>
                        <a:pt x="0" y="1"/>
                      </a:moveTo>
                      <a:lnTo>
                        <a:pt x="0" y="1427"/>
                      </a:lnTo>
                      <a:lnTo>
                        <a:pt x="7023" y="1427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25"/>
                <p:cNvSpPr/>
                <p:nvPr/>
              </p:nvSpPr>
              <p:spPr>
                <a:xfrm>
                  <a:off x="1730334" y="2565750"/>
                  <a:ext cx="461042" cy="72278"/>
                </a:xfrm>
                <a:custGeom>
                  <a:rect b="b" l="l" r="r" t="t"/>
                  <a:pathLst>
                    <a:path extrusionOk="0" h="1101" w="7023">
                      <a:moveTo>
                        <a:pt x="0" y="1"/>
                      </a:moveTo>
                      <a:lnTo>
                        <a:pt x="0" y="1101"/>
                      </a:lnTo>
                      <a:lnTo>
                        <a:pt x="7023" y="1101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5"/>
                <p:cNvSpPr/>
                <p:nvPr/>
              </p:nvSpPr>
              <p:spPr>
                <a:xfrm>
                  <a:off x="1725602" y="2565750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5"/>
                <p:cNvSpPr/>
                <p:nvPr/>
              </p:nvSpPr>
              <p:spPr>
                <a:xfrm>
                  <a:off x="1725602" y="2637174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25"/>
                <p:cNvSpPr/>
                <p:nvPr/>
              </p:nvSpPr>
              <p:spPr>
                <a:xfrm>
                  <a:off x="1725602" y="2734005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0"/>
                      </a:moveTo>
                      <a:lnTo>
                        <a:pt x="7107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25"/>
                <p:cNvSpPr/>
                <p:nvPr/>
              </p:nvSpPr>
              <p:spPr>
                <a:xfrm>
                  <a:off x="1793810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25"/>
                <p:cNvSpPr/>
                <p:nvPr/>
              </p:nvSpPr>
              <p:spPr>
                <a:xfrm>
                  <a:off x="1865235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25"/>
                <p:cNvSpPr/>
                <p:nvPr/>
              </p:nvSpPr>
              <p:spPr>
                <a:xfrm>
                  <a:off x="1936660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3" name="Google Shape;993;p25"/>
                <p:cNvSpPr/>
                <p:nvPr/>
              </p:nvSpPr>
              <p:spPr>
                <a:xfrm>
                  <a:off x="2007297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0" y="1"/>
                      </a:moveTo>
                      <a:lnTo>
                        <a:pt x="0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4" name="Google Shape;994;p25"/>
                <p:cNvSpPr/>
                <p:nvPr/>
              </p:nvSpPr>
              <p:spPr>
                <a:xfrm>
                  <a:off x="2078722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0" y="1"/>
                      </a:moveTo>
                      <a:lnTo>
                        <a:pt x="0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25"/>
                <p:cNvSpPr/>
                <p:nvPr/>
              </p:nvSpPr>
              <p:spPr>
                <a:xfrm>
                  <a:off x="2150081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5"/>
                <p:cNvSpPr/>
                <p:nvPr/>
              </p:nvSpPr>
              <p:spPr>
                <a:xfrm>
                  <a:off x="1725602" y="2565750"/>
                  <a:ext cx="27047" cy="168320"/>
                </a:xfrm>
                <a:custGeom>
                  <a:rect b="b" l="l" r="r" t="t"/>
                  <a:pathLst>
                    <a:path extrusionOk="0" h="2564" w="412">
                      <a:moveTo>
                        <a:pt x="0" y="1"/>
                      </a:moveTo>
                      <a:lnTo>
                        <a:pt x="0" y="2563"/>
                      </a:lnTo>
                      <a:lnTo>
                        <a:pt x="411" y="2563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25"/>
                <p:cNvSpPr/>
                <p:nvPr/>
              </p:nvSpPr>
              <p:spPr>
                <a:xfrm>
                  <a:off x="1254250" y="1007400"/>
                  <a:ext cx="474566" cy="337297"/>
                </a:xfrm>
                <a:custGeom>
                  <a:rect b="b" l="l" r="r" t="t"/>
                  <a:pathLst>
                    <a:path extrusionOk="0" h="5138" w="7229">
                      <a:moveTo>
                        <a:pt x="4352" y="0"/>
                      </a:moveTo>
                      <a:lnTo>
                        <a:pt x="1" y="5137"/>
                      </a:lnTo>
                      <a:lnTo>
                        <a:pt x="2878" y="5137"/>
                      </a:lnTo>
                      <a:lnTo>
                        <a:pt x="7229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25"/>
                <p:cNvSpPr/>
                <p:nvPr/>
              </p:nvSpPr>
              <p:spPr>
                <a:xfrm>
                  <a:off x="1254250" y="1007400"/>
                  <a:ext cx="474566" cy="337297"/>
                </a:xfrm>
                <a:custGeom>
                  <a:rect b="b" l="l" r="r" t="t"/>
                  <a:pathLst>
                    <a:path extrusionOk="0" h="5138" w="7229">
                      <a:moveTo>
                        <a:pt x="4352" y="0"/>
                      </a:moveTo>
                      <a:lnTo>
                        <a:pt x="1" y="5137"/>
                      </a:lnTo>
                      <a:lnTo>
                        <a:pt x="2878" y="5137"/>
                      </a:lnTo>
                      <a:lnTo>
                        <a:pt x="7229" y="0"/>
                      </a:lnTo>
                      <a:close/>
                    </a:path>
                  </a:pathLst>
                </a:custGeom>
                <a:solidFill>
                  <a:srgbClr val="A9D5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99" name="Google Shape;999;p25"/>
          <p:cNvSpPr/>
          <p:nvPr/>
        </p:nvSpPr>
        <p:spPr>
          <a:xfrm>
            <a:off x="2980120" y="5814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5"/>
          <p:cNvSpPr/>
          <p:nvPr/>
        </p:nvSpPr>
        <p:spPr>
          <a:xfrm>
            <a:off x="6240785" y="7206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5"/>
          <p:cNvSpPr/>
          <p:nvPr/>
        </p:nvSpPr>
        <p:spPr>
          <a:xfrm>
            <a:off x="995520" y="9295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6925"/>
            <a:ext cx="8839199" cy="376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7"/>
          <p:cNvSpPr txBox="1"/>
          <p:nvPr>
            <p:ph type="title"/>
          </p:nvPr>
        </p:nvSpPr>
        <p:spPr>
          <a:xfrm>
            <a:off x="720000" y="463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Fire </a:t>
            </a:r>
            <a:r>
              <a:rPr b="1" lang="en" u="sng"/>
              <a:t>Incidents</a:t>
            </a:r>
            <a:endParaRPr b="1" u="sng"/>
          </a:p>
        </p:txBody>
      </p:sp>
      <p:sp>
        <p:nvSpPr>
          <p:cNvPr id="1012" name="Google Shape;1012;p27"/>
          <p:cNvSpPr txBox="1"/>
          <p:nvPr>
            <p:ph idx="5" type="subTitle"/>
          </p:nvPr>
        </p:nvSpPr>
        <p:spPr>
          <a:xfrm>
            <a:off x="720000" y="1364788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Incident count  </a:t>
            </a:r>
            <a:r>
              <a:rPr lang="en"/>
              <a:t>(Top 3)</a:t>
            </a:r>
            <a:endParaRPr/>
          </a:p>
        </p:txBody>
      </p:sp>
      <p:sp>
        <p:nvSpPr>
          <p:cNvPr id="1013" name="Google Shape;1013;p27"/>
          <p:cNvSpPr txBox="1"/>
          <p:nvPr>
            <p:ph idx="2" type="subTitle"/>
          </p:nvPr>
        </p:nvSpPr>
        <p:spPr>
          <a:xfrm>
            <a:off x="720000" y="1829438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Mount Oliver Borough:</a:t>
            </a:r>
            <a:r>
              <a:rPr i="1" lang="en"/>
              <a:t> 7 Incidents 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Regent Square: </a:t>
            </a:r>
            <a:r>
              <a:rPr i="1" lang="en"/>
              <a:t>7  Incidents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East Carnegie: </a:t>
            </a:r>
            <a:r>
              <a:rPr i="1" lang="en"/>
              <a:t>11 Incidents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014" name="Google Shape;1014;p27"/>
          <p:cNvSpPr txBox="1"/>
          <p:nvPr>
            <p:ph idx="3" type="subTitle"/>
          </p:nvPr>
        </p:nvSpPr>
        <p:spPr>
          <a:xfrm>
            <a:off x="720000" y="3734163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Mount Oliver Borough and Regent Square are equally safe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Other Data Sets will be more conclusive </a:t>
            </a:r>
            <a:endParaRPr/>
          </a:p>
        </p:txBody>
      </p:sp>
      <p:sp>
        <p:nvSpPr>
          <p:cNvPr id="1015" name="Google Shape;1015;p27"/>
          <p:cNvSpPr txBox="1"/>
          <p:nvPr>
            <p:ph idx="6" type="subTitle"/>
          </p:nvPr>
        </p:nvSpPr>
        <p:spPr>
          <a:xfrm>
            <a:off x="720000" y="3185687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Best Neighborhood Based on Fire Incidents</a:t>
            </a:r>
            <a:endParaRPr i="1"/>
          </a:p>
        </p:txBody>
      </p:sp>
      <p:grpSp>
        <p:nvGrpSpPr>
          <p:cNvPr id="1016" name="Google Shape;1016;p27"/>
          <p:cNvGrpSpPr/>
          <p:nvPr/>
        </p:nvGrpSpPr>
        <p:grpSpPr>
          <a:xfrm>
            <a:off x="5912205" y="1180380"/>
            <a:ext cx="2891871" cy="3152195"/>
            <a:chOff x="5912205" y="1180380"/>
            <a:chExt cx="2891871" cy="3152195"/>
          </a:xfrm>
        </p:grpSpPr>
        <p:grpSp>
          <p:nvGrpSpPr>
            <p:cNvPr id="1017" name="Google Shape;1017;p27"/>
            <p:cNvGrpSpPr/>
            <p:nvPr/>
          </p:nvGrpSpPr>
          <p:grpSpPr>
            <a:xfrm>
              <a:off x="7034590" y="1180380"/>
              <a:ext cx="237925" cy="3015666"/>
              <a:chOff x="3171350" y="790775"/>
              <a:chExt cx="79200" cy="1003850"/>
            </a:xfrm>
          </p:grpSpPr>
          <p:sp>
            <p:nvSpPr>
              <p:cNvPr id="1018" name="Google Shape;1018;p27"/>
              <p:cNvSpPr/>
              <p:nvPr/>
            </p:nvSpPr>
            <p:spPr>
              <a:xfrm>
                <a:off x="3196125" y="816775"/>
                <a:ext cx="28725" cy="28725"/>
              </a:xfrm>
              <a:custGeom>
                <a:rect b="b" l="l" r="r" t="t"/>
                <a:pathLst>
                  <a:path extrusionOk="0" h="1149" w="1149">
                    <a:moveTo>
                      <a:pt x="581" y="0"/>
                    </a:moveTo>
                    <a:cubicBezTo>
                      <a:pt x="267" y="0"/>
                      <a:pt x="1" y="254"/>
                      <a:pt x="1" y="581"/>
                    </a:cubicBezTo>
                    <a:cubicBezTo>
                      <a:pt x="1" y="895"/>
                      <a:pt x="267" y="1149"/>
                      <a:pt x="581" y="1149"/>
                    </a:cubicBezTo>
                    <a:cubicBezTo>
                      <a:pt x="895" y="1149"/>
                      <a:pt x="1149" y="895"/>
                      <a:pt x="1149" y="581"/>
                    </a:cubicBezTo>
                    <a:cubicBezTo>
                      <a:pt x="1149" y="254"/>
                      <a:pt x="895" y="12"/>
                      <a:pt x="5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7"/>
              <p:cNvSpPr/>
              <p:nvPr/>
            </p:nvSpPr>
            <p:spPr>
              <a:xfrm>
                <a:off x="3191600" y="863000"/>
                <a:ext cx="38700" cy="38400"/>
              </a:xfrm>
              <a:custGeom>
                <a:rect b="b" l="l" r="r" t="t"/>
                <a:pathLst>
                  <a:path extrusionOk="0" h="1536" w="1548">
                    <a:moveTo>
                      <a:pt x="774" y="1"/>
                    </a:moveTo>
                    <a:cubicBezTo>
                      <a:pt x="351" y="1"/>
                      <a:pt x="0" y="339"/>
                      <a:pt x="0" y="762"/>
                    </a:cubicBezTo>
                    <a:cubicBezTo>
                      <a:pt x="0" y="1185"/>
                      <a:pt x="351" y="1536"/>
                      <a:pt x="774" y="1536"/>
                    </a:cubicBezTo>
                    <a:cubicBezTo>
                      <a:pt x="1197" y="1536"/>
                      <a:pt x="1547" y="1185"/>
                      <a:pt x="1547" y="762"/>
                    </a:cubicBezTo>
                    <a:cubicBezTo>
                      <a:pt x="1547" y="339"/>
                      <a:pt x="1197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7"/>
              <p:cNvSpPr/>
              <p:nvPr/>
            </p:nvSpPr>
            <p:spPr>
              <a:xfrm>
                <a:off x="3184650" y="924050"/>
                <a:ext cx="52900" cy="52900"/>
              </a:xfrm>
              <a:custGeom>
                <a:rect b="b" l="l" r="r" t="t"/>
                <a:pathLst>
                  <a:path extrusionOk="0" h="2116" w="2116">
                    <a:moveTo>
                      <a:pt x="1052" y="0"/>
                    </a:moveTo>
                    <a:cubicBezTo>
                      <a:pt x="460" y="0"/>
                      <a:pt x="0" y="472"/>
                      <a:pt x="0" y="1064"/>
                    </a:cubicBezTo>
                    <a:cubicBezTo>
                      <a:pt x="0" y="1644"/>
                      <a:pt x="460" y="2115"/>
                      <a:pt x="1052" y="2115"/>
                    </a:cubicBezTo>
                    <a:cubicBezTo>
                      <a:pt x="1644" y="2115"/>
                      <a:pt x="2115" y="1644"/>
                      <a:pt x="2115" y="1064"/>
                    </a:cubicBezTo>
                    <a:cubicBezTo>
                      <a:pt x="2115" y="484"/>
                      <a:pt x="1632" y="0"/>
                      <a:pt x="10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7"/>
              <p:cNvSpPr/>
              <p:nvPr/>
            </p:nvSpPr>
            <p:spPr>
              <a:xfrm>
                <a:off x="3171350" y="790775"/>
                <a:ext cx="79200" cy="1003850"/>
              </a:xfrm>
              <a:custGeom>
                <a:rect b="b" l="l" r="r" t="t"/>
                <a:pathLst>
                  <a:path extrusionOk="0" h="40154" w="3168">
                    <a:moveTo>
                      <a:pt x="1439" y="1"/>
                    </a:moveTo>
                    <a:lnTo>
                      <a:pt x="0" y="40153"/>
                    </a:lnTo>
                    <a:lnTo>
                      <a:pt x="3167" y="40153"/>
                    </a:lnTo>
                    <a:lnTo>
                      <a:pt x="1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2" name="Google Shape;1022;p27"/>
            <p:cNvGrpSpPr/>
            <p:nvPr/>
          </p:nvGrpSpPr>
          <p:grpSpPr>
            <a:xfrm>
              <a:off x="8022849" y="2487500"/>
              <a:ext cx="554700" cy="1599646"/>
              <a:chOff x="1964475" y="929475"/>
              <a:chExt cx="286800" cy="827075"/>
            </a:xfrm>
          </p:grpSpPr>
          <p:sp>
            <p:nvSpPr>
              <p:cNvPr id="1023" name="Google Shape;1023;p27"/>
              <p:cNvSpPr/>
              <p:nvPr/>
            </p:nvSpPr>
            <p:spPr>
              <a:xfrm>
                <a:off x="1964475" y="929475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7"/>
              <p:cNvSpPr/>
              <p:nvPr/>
            </p:nvSpPr>
            <p:spPr>
              <a:xfrm>
                <a:off x="1982300" y="94972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7"/>
              <p:cNvSpPr/>
              <p:nvPr/>
            </p:nvSpPr>
            <p:spPr>
              <a:xfrm>
                <a:off x="1964475" y="1046725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7"/>
              <p:cNvSpPr/>
              <p:nvPr/>
            </p:nvSpPr>
            <p:spPr>
              <a:xfrm>
                <a:off x="1982300" y="106727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7"/>
              <p:cNvSpPr/>
              <p:nvPr/>
            </p:nvSpPr>
            <p:spPr>
              <a:xfrm>
                <a:off x="1964475" y="1164575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7"/>
              <p:cNvSpPr/>
              <p:nvPr/>
            </p:nvSpPr>
            <p:spPr>
              <a:xfrm>
                <a:off x="1982300" y="118482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1"/>
                    </a:lnTo>
                    <a:lnTo>
                      <a:pt x="10033" y="4061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7"/>
              <p:cNvSpPr/>
              <p:nvPr/>
            </p:nvSpPr>
            <p:spPr>
              <a:xfrm>
                <a:off x="1964475" y="1282125"/>
                <a:ext cx="286800" cy="20250"/>
              </a:xfrm>
              <a:custGeom>
                <a:rect b="b" l="l" r="r" t="t"/>
                <a:pathLst>
                  <a:path extrusionOk="0" h="810" w="11472">
                    <a:moveTo>
                      <a:pt x="1" y="0"/>
                    </a:moveTo>
                    <a:lnTo>
                      <a:pt x="1" y="810"/>
                    </a:lnTo>
                    <a:lnTo>
                      <a:pt x="11471" y="810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7"/>
              <p:cNvSpPr/>
              <p:nvPr/>
            </p:nvSpPr>
            <p:spPr>
              <a:xfrm>
                <a:off x="1982300" y="1302050"/>
                <a:ext cx="250825" cy="101875"/>
              </a:xfrm>
              <a:custGeom>
                <a:rect b="b" l="l" r="r" t="t"/>
                <a:pathLst>
                  <a:path extrusionOk="0" h="4075" w="10033">
                    <a:moveTo>
                      <a:pt x="1" y="1"/>
                    </a:moveTo>
                    <a:lnTo>
                      <a:pt x="1" y="4074"/>
                    </a:lnTo>
                    <a:lnTo>
                      <a:pt x="10033" y="4074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7"/>
              <p:cNvSpPr/>
              <p:nvPr/>
            </p:nvSpPr>
            <p:spPr>
              <a:xfrm>
                <a:off x="1964475" y="1399650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7"/>
              <p:cNvSpPr/>
              <p:nvPr/>
            </p:nvSpPr>
            <p:spPr>
              <a:xfrm>
                <a:off x="1982300" y="141990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7"/>
              <p:cNvSpPr/>
              <p:nvPr/>
            </p:nvSpPr>
            <p:spPr>
              <a:xfrm>
                <a:off x="1964475" y="1517500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7"/>
              <p:cNvSpPr/>
              <p:nvPr/>
            </p:nvSpPr>
            <p:spPr>
              <a:xfrm>
                <a:off x="1982300" y="153745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7"/>
              <p:cNvSpPr/>
              <p:nvPr/>
            </p:nvSpPr>
            <p:spPr>
              <a:xfrm>
                <a:off x="1964475" y="1634750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7"/>
              <p:cNvSpPr/>
              <p:nvPr/>
            </p:nvSpPr>
            <p:spPr>
              <a:xfrm>
                <a:off x="1982300" y="165500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7" name="Google Shape;1037;p27"/>
            <p:cNvSpPr/>
            <p:nvPr/>
          </p:nvSpPr>
          <p:spPr>
            <a:xfrm>
              <a:off x="6182300" y="1803306"/>
              <a:ext cx="554705" cy="2400342"/>
            </a:xfrm>
            <a:custGeom>
              <a:rect b="b" l="l" r="r" t="t"/>
              <a:pathLst>
                <a:path extrusionOk="0" h="44722" w="10335">
                  <a:moveTo>
                    <a:pt x="10335" y="0"/>
                  </a:moveTo>
                  <a:lnTo>
                    <a:pt x="1" y="9356"/>
                  </a:lnTo>
                  <a:lnTo>
                    <a:pt x="1" y="44722"/>
                  </a:lnTo>
                  <a:lnTo>
                    <a:pt x="10335" y="44722"/>
                  </a:lnTo>
                  <a:lnTo>
                    <a:pt x="10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8" name="Google Shape;1038;p27"/>
            <p:cNvGrpSpPr/>
            <p:nvPr/>
          </p:nvGrpSpPr>
          <p:grpSpPr>
            <a:xfrm>
              <a:off x="7350147" y="1705738"/>
              <a:ext cx="1125140" cy="2490315"/>
              <a:chOff x="7516197" y="1924101"/>
              <a:chExt cx="1125140" cy="2490315"/>
            </a:xfrm>
          </p:grpSpPr>
          <p:sp>
            <p:nvSpPr>
              <p:cNvPr id="1039" name="Google Shape;1039;p27"/>
              <p:cNvSpPr/>
              <p:nvPr/>
            </p:nvSpPr>
            <p:spPr>
              <a:xfrm>
                <a:off x="8335285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7"/>
              <p:cNvSpPr/>
              <p:nvPr/>
            </p:nvSpPr>
            <p:spPr>
              <a:xfrm>
                <a:off x="8379003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7"/>
              <p:cNvSpPr/>
              <p:nvPr/>
            </p:nvSpPr>
            <p:spPr>
              <a:xfrm>
                <a:off x="8335285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7"/>
              <p:cNvSpPr/>
              <p:nvPr/>
            </p:nvSpPr>
            <p:spPr>
              <a:xfrm>
                <a:off x="8379003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7"/>
              <p:cNvSpPr/>
              <p:nvPr/>
            </p:nvSpPr>
            <p:spPr>
              <a:xfrm>
                <a:off x="7763910" y="2104366"/>
                <a:ext cx="531542" cy="119671"/>
              </a:xfrm>
              <a:custGeom>
                <a:rect b="b" l="l" r="r" t="t"/>
                <a:pathLst>
                  <a:path extrusionOk="0" h="1886" w="8377">
                    <a:moveTo>
                      <a:pt x="1" y="0"/>
                    </a:moveTo>
                    <a:lnTo>
                      <a:pt x="1" y="1886"/>
                    </a:lnTo>
                    <a:lnTo>
                      <a:pt x="8377" y="1886"/>
                    </a:lnTo>
                    <a:lnTo>
                      <a:pt x="83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7"/>
              <p:cNvSpPr/>
              <p:nvPr/>
            </p:nvSpPr>
            <p:spPr>
              <a:xfrm>
                <a:off x="7763910" y="2104366"/>
                <a:ext cx="173416" cy="119671"/>
              </a:xfrm>
              <a:custGeom>
                <a:rect b="b" l="l" r="r" t="t"/>
                <a:pathLst>
                  <a:path extrusionOk="0" h="1886" w="2733">
                    <a:moveTo>
                      <a:pt x="1" y="0"/>
                    </a:moveTo>
                    <a:lnTo>
                      <a:pt x="1" y="1886"/>
                    </a:lnTo>
                    <a:lnTo>
                      <a:pt x="2732" y="1886"/>
                    </a:lnTo>
                    <a:lnTo>
                      <a:pt x="2732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7"/>
              <p:cNvSpPr/>
              <p:nvPr/>
            </p:nvSpPr>
            <p:spPr>
              <a:xfrm>
                <a:off x="7915748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7"/>
              <p:cNvSpPr/>
              <p:nvPr/>
            </p:nvSpPr>
            <p:spPr>
              <a:xfrm>
                <a:off x="7783072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7"/>
              <p:cNvSpPr/>
              <p:nvPr/>
            </p:nvSpPr>
            <p:spPr>
              <a:xfrm>
                <a:off x="7559915" y="2227842"/>
                <a:ext cx="1037702" cy="2186573"/>
              </a:xfrm>
              <a:custGeom>
                <a:rect b="b" l="l" r="r" t="t"/>
                <a:pathLst>
                  <a:path extrusionOk="0" h="34460" w="16354">
                    <a:moveTo>
                      <a:pt x="0" y="0"/>
                    </a:moveTo>
                    <a:lnTo>
                      <a:pt x="0" y="34460"/>
                    </a:lnTo>
                    <a:lnTo>
                      <a:pt x="16354" y="34460"/>
                    </a:lnTo>
                    <a:lnTo>
                      <a:pt x="163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7"/>
              <p:cNvSpPr/>
              <p:nvPr/>
            </p:nvSpPr>
            <p:spPr>
              <a:xfrm>
                <a:off x="7559915" y="2227842"/>
                <a:ext cx="369738" cy="2186573"/>
              </a:xfrm>
              <a:custGeom>
                <a:rect b="b" l="l" r="r" t="t"/>
                <a:pathLst>
                  <a:path extrusionOk="0" h="34460" w="5827">
                    <a:moveTo>
                      <a:pt x="0" y="0"/>
                    </a:moveTo>
                    <a:lnTo>
                      <a:pt x="0" y="34460"/>
                    </a:lnTo>
                    <a:lnTo>
                      <a:pt x="5826" y="34460"/>
                    </a:lnTo>
                    <a:lnTo>
                      <a:pt x="5826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7"/>
              <p:cNvSpPr/>
              <p:nvPr/>
            </p:nvSpPr>
            <p:spPr>
              <a:xfrm>
                <a:off x="7516197" y="2218578"/>
                <a:ext cx="1125140" cy="31536"/>
              </a:xfrm>
              <a:custGeom>
                <a:rect b="b" l="l" r="r" t="t"/>
                <a:pathLst>
                  <a:path extrusionOk="0" h="497" w="17732">
                    <a:moveTo>
                      <a:pt x="0" y="1"/>
                    </a:moveTo>
                    <a:lnTo>
                      <a:pt x="0" y="497"/>
                    </a:lnTo>
                    <a:lnTo>
                      <a:pt x="17732" y="497"/>
                    </a:lnTo>
                    <a:lnTo>
                      <a:pt x="177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7"/>
              <p:cNvSpPr/>
              <p:nvPr/>
            </p:nvSpPr>
            <p:spPr>
              <a:xfrm>
                <a:off x="7516197" y="2218578"/>
                <a:ext cx="381223" cy="31536"/>
              </a:xfrm>
              <a:custGeom>
                <a:rect b="b" l="l" r="r" t="t"/>
                <a:pathLst>
                  <a:path extrusionOk="0" h="497" w="6008">
                    <a:moveTo>
                      <a:pt x="0" y="1"/>
                    </a:moveTo>
                    <a:lnTo>
                      <a:pt x="0" y="497"/>
                    </a:lnTo>
                    <a:lnTo>
                      <a:pt x="6008" y="497"/>
                    </a:lnTo>
                    <a:lnTo>
                      <a:pt x="60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7"/>
              <p:cNvSpPr/>
              <p:nvPr/>
            </p:nvSpPr>
            <p:spPr>
              <a:xfrm>
                <a:off x="758827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7"/>
              <p:cNvSpPr/>
              <p:nvPr/>
            </p:nvSpPr>
            <p:spPr>
              <a:xfrm>
                <a:off x="7907309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rgbClr val="E3AFA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7"/>
              <p:cNvSpPr/>
              <p:nvPr/>
            </p:nvSpPr>
            <p:spPr>
              <a:xfrm>
                <a:off x="795565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0" y="1"/>
                    </a:moveTo>
                    <a:lnTo>
                      <a:pt x="0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7"/>
              <p:cNvSpPr/>
              <p:nvPr/>
            </p:nvSpPr>
            <p:spPr>
              <a:xfrm>
                <a:off x="857068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7"/>
              <p:cNvSpPr/>
              <p:nvPr/>
            </p:nvSpPr>
            <p:spPr>
              <a:xfrm>
                <a:off x="8022345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7"/>
              <p:cNvSpPr/>
              <p:nvPr/>
            </p:nvSpPr>
            <p:spPr>
              <a:xfrm>
                <a:off x="8022345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7"/>
              <p:cNvSpPr/>
              <p:nvPr/>
            </p:nvSpPr>
            <p:spPr>
              <a:xfrm>
                <a:off x="8154260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7"/>
              <p:cNvSpPr/>
              <p:nvPr/>
            </p:nvSpPr>
            <p:spPr>
              <a:xfrm>
                <a:off x="8154260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7"/>
              <p:cNvSpPr/>
              <p:nvPr/>
            </p:nvSpPr>
            <p:spPr>
              <a:xfrm>
                <a:off x="8286174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7"/>
              <p:cNvSpPr/>
              <p:nvPr/>
            </p:nvSpPr>
            <p:spPr>
              <a:xfrm>
                <a:off x="8286174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7"/>
              <p:cNvSpPr/>
              <p:nvPr/>
            </p:nvSpPr>
            <p:spPr>
              <a:xfrm>
                <a:off x="8417327" y="235893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7"/>
              <p:cNvSpPr/>
              <p:nvPr/>
            </p:nvSpPr>
            <p:spPr>
              <a:xfrm>
                <a:off x="8417327" y="2358933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7"/>
              <p:cNvSpPr/>
              <p:nvPr/>
            </p:nvSpPr>
            <p:spPr>
              <a:xfrm>
                <a:off x="7634279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7"/>
              <p:cNvSpPr/>
              <p:nvPr/>
            </p:nvSpPr>
            <p:spPr>
              <a:xfrm>
                <a:off x="7634279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7"/>
              <p:cNvSpPr/>
              <p:nvPr/>
            </p:nvSpPr>
            <p:spPr>
              <a:xfrm>
                <a:off x="7765432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7"/>
              <p:cNvSpPr/>
              <p:nvPr/>
            </p:nvSpPr>
            <p:spPr>
              <a:xfrm>
                <a:off x="7765432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7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7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7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7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7"/>
              <p:cNvSpPr/>
              <p:nvPr/>
            </p:nvSpPr>
            <p:spPr>
              <a:xfrm>
                <a:off x="7634279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7"/>
              <p:cNvSpPr/>
              <p:nvPr/>
            </p:nvSpPr>
            <p:spPr>
              <a:xfrm>
                <a:off x="7634279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7"/>
              <p:cNvSpPr/>
              <p:nvPr/>
            </p:nvSpPr>
            <p:spPr>
              <a:xfrm>
                <a:off x="7765432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7"/>
              <p:cNvSpPr/>
              <p:nvPr/>
            </p:nvSpPr>
            <p:spPr>
              <a:xfrm>
                <a:off x="7765432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7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7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7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7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7"/>
              <p:cNvSpPr/>
              <p:nvPr/>
            </p:nvSpPr>
            <p:spPr>
              <a:xfrm>
                <a:off x="7634279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7"/>
              <p:cNvSpPr/>
              <p:nvPr/>
            </p:nvSpPr>
            <p:spPr>
              <a:xfrm>
                <a:off x="7634279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7"/>
              <p:cNvSpPr/>
              <p:nvPr/>
            </p:nvSpPr>
            <p:spPr>
              <a:xfrm>
                <a:off x="7765432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7"/>
              <p:cNvSpPr/>
              <p:nvPr/>
            </p:nvSpPr>
            <p:spPr>
              <a:xfrm>
                <a:off x="7765432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7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7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7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7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7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7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7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7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7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7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7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7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7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7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7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7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7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7"/>
              <p:cNvSpPr/>
              <p:nvPr/>
            </p:nvSpPr>
            <p:spPr>
              <a:xfrm>
                <a:off x="8022345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7"/>
              <p:cNvSpPr/>
              <p:nvPr/>
            </p:nvSpPr>
            <p:spPr>
              <a:xfrm>
                <a:off x="8022345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7"/>
              <p:cNvSpPr/>
              <p:nvPr/>
            </p:nvSpPr>
            <p:spPr>
              <a:xfrm>
                <a:off x="8154260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8154260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7"/>
              <p:cNvSpPr/>
              <p:nvPr/>
            </p:nvSpPr>
            <p:spPr>
              <a:xfrm>
                <a:off x="8286174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7"/>
              <p:cNvSpPr/>
              <p:nvPr/>
            </p:nvSpPr>
            <p:spPr>
              <a:xfrm>
                <a:off x="8286174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8417327" y="2838307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7"/>
              <p:cNvSpPr/>
              <p:nvPr/>
            </p:nvSpPr>
            <p:spPr>
              <a:xfrm>
                <a:off x="8417327" y="2838307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7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7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7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7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7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7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7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7"/>
              <p:cNvSpPr/>
              <p:nvPr/>
            </p:nvSpPr>
            <p:spPr>
              <a:xfrm>
                <a:off x="8022345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7"/>
              <p:cNvSpPr/>
              <p:nvPr/>
            </p:nvSpPr>
            <p:spPr>
              <a:xfrm>
                <a:off x="8022345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7"/>
              <p:cNvSpPr/>
              <p:nvPr/>
            </p:nvSpPr>
            <p:spPr>
              <a:xfrm>
                <a:off x="8154260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7"/>
              <p:cNvSpPr/>
              <p:nvPr/>
            </p:nvSpPr>
            <p:spPr>
              <a:xfrm>
                <a:off x="8154260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7"/>
              <p:cNvSpPr/>
              <p:nvPr/>
            </p:nvSpPr>
            <p:spPr>
              <a:xfrm>
                <a:off x="8286174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7"/>
              <p:cNvSpPr/>
              <p:nvPr/>
            </p:nvSpPr>
            <p:spPr>
              <a:xfrm>
                <a:off x="8286174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7"/>
              <p:cNvSpPr/>
              <p:nvPr/>
            </p:nvSpPr>
            <p:spPr>
              <a:xfrm>
                <a:off x="8417327" y="3317618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7"/>
              <p:cNvSpPr/>
              <p:nvPr/>
            </p:nvSpPr>
            <p:spPr>
              <a:xfrm>
                <a:off x="8417327" y="3317618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7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7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7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7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7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7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7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7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7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7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7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7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7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7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7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7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7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7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7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7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7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7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7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7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1" name="Google Shape;1151;p27"/>
            <p:cNvGrpSpPr/>
            <p:nvPr/>
          </p:nvGrpSpPr>
          <p:grpSpPr>
            <a:xfrm>
              <a:off x="6402250" y="1315300"/>
              <a:ext cx="554702" cy="2880756"/>
              <a:chOff x="6402250" y="1315300"/>
              <a:chExt cx="554702" cy="2880756"/>
            </a:xfrm>
          </p:grpSpPr>
          <p:sp>
            <p:nvSpPr>
              <p:cNvPr id="1152" name="Google Shape;1152;p27"/>
              <p:cNvSpPr/>
              <p:nvPr/>
            </p:nvSpPr>
            <p:spPr>
              <a:xfrm>
                <a:off x="6434189" y="1845869"/>
                <a:ext cx="11741" cy="458349"/>
              </a:xfrm>
              <a:custGeom>
                <a:rect b="b" l="l" r="r" t="t"/>
                <a:pathLst>
                  <a:path extrusionOk="0" h="8510" w="218">
                    <a:moveTo>
                      <a:pt x="0" y="1"/>
                    </a:moveTo>
                    <a:lnTo>
                      <a:pt x="0" y="8510"/>
                    </a:lnTo>
                    <a:lnTo>
                      <a:pt x="218" y="8510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7"/>
              <p:cNvSpPr/>
              <p:nvPr/>
            </p:nvSpPr>
            <p:spPr>
              <a:xfrm>
                <a:off x="6434189" y="2163586"/>
                <a:ext cx="11741" cy="125009"/>
              </a:xfrm>
              <a:custGeom>
                <a:rect b="b" l="l" r="r" t="t"/>
                <a:pathLst>
                  <a:path extrusionOk="0" h="2321" w="218">
                    <a:moveTo>
                      <a:pt x="218" y="0"/>
                    </a:moveTo>
                    <a:lnTo>
                      <a:pt x="0" y="689"/>
                    </a:lnTo>
                    <a:lnTo>
                      <a:pt x="0" y="2321"/>
                    </a:lnTo>
                    <a:lnTo>
                      <a:pt x="218" y="2321"/>
                    </a:lnTo>
                    <a:lnTo>
                      <a:pt x="2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7"/>
              <p:cNvSpPr/>
              <p:nvPr/>
            </p:nvSpPr>
            <p:spPr>
              <a:xfrm>
                <a:off x="6467366" y="1772297"/>
                <a:ext cx="11795" cy="457702"/>
              </a:xfrm>
              <a:custGeom>
                <a:rect b="b" l="l" r="r" t="t"/>
                <a:pathLst>
                  <a:path extrusionOk="0" h="8498" w="219">
                    <a:moveTo>
                      <a:pt x="1" y="1"/>
                    </a:moveTo>
                    <a:lnTo>
                      <a:pt x="1" y="8498"/>
                    </a:lnTo>
                    <a:lnTo>
                      <a:pt x="218" y="8498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7"/>
              <p:cNvSpPr/>
              <p:nvPr/>
            </p:nvSpPr>
            <p:spPr>
              <a:xfrm>
                <a:off x="6467366" y="2089368"/>
                <a:ext cx="11795" cy="125655"/>
              </a:xfrm>
              <a:custGeom>
                <a:rect b="b" l="l" r="r" t="t"/>
                <a:pathLst>
                  <a:path extrusionOk="0" h="2333" w="219">
                    <a:moveTo>
                      <a:pt x="218" y="0"/>
                    </a:moveTo>
                    <a:lnTo>
                      <a:pt x="1" y="677"/>
                    </a:lnTo>
                    <a:lnTo>
                      <a:pt x="1" y="2333"/>
                    </a:lnTo>
                    <a:lnTo>
                      <a:pt x="218" y="2333"/>
                    </a:lnTo>
                    <a:lnTo>
                      <a:pt x="2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7"/>
              <p:cNvSpPr/>
              <p:nvPr/>
            </p:nvSpPr>
            <p:spPr>
              <a:xfrm>
                <a:off x="6515571" y="1315300"/>
                <a:ext cx="189479" cy="2880756"/>
              </a:xfrm>
              <a:custGeom>
                <a:rect b="b" l="l" r="r" t="t"/>
                <a:pathLst>
                  <a:path extrusionOk="0" h="53486" w="3518">
                    <a:moveTo>
                      <a:pt x="3517" y="1"/>
                    </a:moveTo>
                    <a:lnTo>
                      <a:pt x="0" y="8014"/>
                    </a:lnTo>
                    <a:lnTo>
                      <a:pt x="0" y="53485"/>
                    </a:lnTo>
                    <a:lnTo>
                      <a:pt x="3517" y="53485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rgbClr val="7DB7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7"/>
              <p:cNvSpPr/>
              <p:nvPr/>
            </p:nvSpPr>
            <p:spPr>
              <a:xfrm>
                <a:off x="6515571" y="1384348"/>
                <a:ext cx="189479" cy="431634"/>
              </a:xfrm>
              <a:custGeom>
                <a:rect b="b" l="l" r="r" t="t"/>
                <a:pathLst>
                  <a:path extrusionOk="0" fill="none" h="8014" w="3518">
                    <a:moveTo>
                      <a:pt x="0" y="8014"/>
                    </a:moveTo>
                    <a:lnTo>
                      <a:pt x="3517" y="0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7"/>
              <p:cNvSpPr/>
              <p:nvPr/>
            </p:nvSpPr>
            <p:spPr>
              <a:xfrm>
                <a:off x="6704995" y="1315300"/>
                <a:ext cx="251957" cy="2880756"/>
              </a:xfrm>
              <a:custGeom>
                <a:rect b="b" l="l" r="r" t="t"/>
                <a:pathLst>
                  <a:path extrusionOk="0" h="53486" w="4678">
                    <a:moveTo>
                      <a:pt x="0" y="1"/>
                    </a:moveTo>
                    <a:lnTo>
                      <a:pt x="0" y="53485"/>
                    </a:lnTo>
                    <a:lnTo>
                      <a:pt x="4678" y="53485"/>
                    </a:lnTo>
                    <a:lnTo>
                      <a:pt x="4678" y="58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7"/>
              <p:cNvSpPr/>
              <p:nvPr/>
            </p:nvSpPr>
            <p:spPr>
              <a:xfrm>
                <a:off x="6704995" y="1384348"/>
                <a:ext cx="251311" cy="317720"/>
              </a:xfrm>
              <a:custGeom>
                <a:rect b="b" l="l" r="r" t="t"/>
                <a:pathLst>
                  <a:path extrusionOk="0" fill="none" h="5899" w="4666">
                    <a:moveTo>
                      <a:pt x="4666" y="589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7"/>
              <p:cNvSpPr/>
              <p:nvPr/>
            </p:nvSpPr>
            <p:spPr>
              <a:xfrm>
                <a:off x="6566953" y="1926604"/>
                <a:ext cx="61939" cy="2269445"/>
              </a:xfrm>
              <a:custGeom>
                <a:rect b="b" l="l" r="r" t="t"/>
                <a:pathLst>
                  <a:path extrusionOk="0" h="42136" w="1150">
                    <a:moveTo>
                      <a:pt x="1" y="0"/>
                    </a:moveTo>
                    <a:lnTo>
                      <a:pt x="1" y="42135"/>
                    </a:lnTo>
                    <a:lnTo>
                      <a:pt x="1149" y="42135"/>
                    </a:lnTo>
                    <a:lnTo>
                      <a:pt x="114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27"/>
              <p:cNvSpPr/>
              <p:nvPr/>
            </p:nvSpPr>
            <p:spPr>
              <a:xfrm>
                <a:off x="6402250" y="1926604"/>
                <a:ext cx="164758" cy="2269445"/>
              </a:xfrm>
              <a:custGeom>
                <a:rect b="b" l="l" r="r" t="t"/>
                <a:pathLst>
                  <a:path extrusionOk="0" h="42136" w="3059">
                    <a:moveTo>
                      <a:pt x="3059" y="0"/>
                    </a:moveTo>
                    <a:lnTo>
                      <a:pt x="1" y="7627"/>
                    </a:lnTo>
                    <a:lnTo>
                      <a:pt x="1" y="42135"/>
                    </a:lnTo>
                    <a:lnTo>
                      <a:pt x="3059" y="42135"/>
                    </a:lnTo>
                    <a:lnTo>
                      <a:pt x="3059" y="0"/>
                    </a:lnTo>
                    <a:close/>
                  </a:path>
                </a:pathLst>
              </a:custGeom>
              <a:solidFill>
                <a:srgbClr val="7DB7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7"/>
              <p:cNvSpPr/>
              <p:nvPr/>
            </p:nvSpPr>
            <p:spPr>
              <a:xfrm>
                <a:off x="6629484" y="1926604"/>
                <a:ext cx="54" cy="2269445"/>
              </a:xfrm>
              <a:custGeom>
                <a:rect b="b" l="l" r="r" t="t"/>
                <a:pathLst>
                  <a:path extrusionOk="0" fill="none" h="42136" w="1">
                    <a:moveTo>
                      <a:pt x="0" y="0"/>
                    </a:moveTo>
                    <a:lnTo>
                      <a:pt x="0" y="42135"/>
                    </a:lnTo>
                  </a:path>
                </a:pathLst>
              </a:custGeom>
              <a:noFill/>
              <a:ln cap="flat" cmpd="sng" w="1825">
                <a:solidFill>
                  <a:srgbClr val="507787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7"/>
              <p:cNvSpPr/>
              <p:nvPr/>
            </p:nvSpPr>
            <p:spPr>
              <a:xfrm>
                <a:off x="6937399" y="1611527"/>
                <a:ext cx="54" cy="2584526"/>
              </a:xfrm>
              <a:custGeom>
                <a:rect b="b" l="l" r="r" t="t"/>
                <a:pathLst>
                  <a:path extrusionOk="0" fill="none" h="47986" w="1">
                    <a:moveTo>
                      <a:pt x="0" y="0"/>
                    </a:moveTo>
                    <a:lnTo>
                      <a:pt x="0" y="47985"/>
                    </a:lnTo>
                  </a:path>
                </a:pathLst>
              </a:custGeom>
              <a:solidFill>
                <a:schemeClr val="lt1"/>
              </a:solidFill>
              <a:ln cap="flat" cmpd="sng" w="1825">
                <a:solidFill>
                  <a:srgbClr val="507787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7"/>
              <p:cNvSpPr/>
              <p:nvPr/>
            </p:nvSpPr>
            <p:spPr>
              <a:xfrm>
                <a:off x="6547455" y="1975401"/>
                <a:ext cx="54" cy="2220648"/>
              </a:xfrm>
              <a:custGeom>
                <a:rect b="b" l="l" r="r" t="t"/>
                <a:pathLst>
                  <a:path extrusionOk="0" fill="none" h="41230" w="1">
                    <a:moveTo>
                      <a:pt x="0" y="1"/>
                    </a:moveTo>
                    <a:lnTo>
                      <a:pt x="0" y="41229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7"/>
              <p:cNvSpPr/>
              <p:nvPr/>
            </p:nvSpPr>
            <p:spPr>
              <a:xfrm>
                <a:off x="6402250" y="1926604"/>
                <a:ext cx="164758" cy="436212"/>
              </a:xfrm>
              <a:custGeom>
                <a:rect b="b" l="l" r="r" t="t"/>
                <a:pathLst>
                  <a:path extrusionOk="0" h="8099" w="3059">
                    <a:moveTo>
                      <a:pt x="3059" y="0"/>
                    </a:moveTo>
                    <a:lnTo>
                      <a:pt x="1" y="7603"/>
                    </a:lnTo>
                    <a:lnTo>
                      <a:pt x="1" y="8099"/>
                    </a:lnTo>
                    <a:lnTo>
                      <a:pt x="3059" y="484"/>
                    </a:lnTo>
                    <a:lnTo>
                      <a:pt x="3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7"/>
              <p:cNvSpPr/>
              <p:nvPr/>
            </p:nvSpPr>
            <p:spPr>
              <a:xfrm>
                <a:off x="6566953" y="1926604"/>
                <a:ext cx="61939" cy="25422"/>
              </a:xfrm>
              <a:custGeom>
                <a:rect b="b" l="l" r="r" t="t"/>
                <a:pathLst>
                  <a:path extrusionOk="0" h="472" w="1150">
                    <a:moveTo>
                      <a:pt x="1" y="0"/>
                    </a:moveTo>
                    <a:lnTo>
                      <a:pt x="1" y="472"/>
                    </a:lnTo>
                    <a:lnTo>
                      <a:pt x="1149" y="472"/>
                    </a:lnTo>
                    <a:lnTo>
                      <a:pt x="1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7"/>
              <p:cNvSpPr/>
              <p:nvPr/>
            </p:nvSpPr>
            <p:spPr>
              <a:xfrm>
                <a:off x="6747975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7"/>
              <p:cNvSpPr/>
              <p:nvPr/>
            </p:nvSpPr>
            <p:spPr>
              <a:xfrm>
                <a:off x="6795479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7"/>
              <p:cNvSpPr/>
              <p:nvPr/>
            </p:nvSpPr>
            <p:spPr>
              <a:xfrm>
                <a:off x="6841690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7"/>
              <p:cNvSpPr/>
              <p:nvPr/>
            </p:nvSpPr>
            <p:spPr>
              <a:xfrm>
                <a:off x="6889195" y="1702011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7"/>
              <p:cNvSpPr/>
              <p:nvPr/>
            </p:nvSpPr>
            <p:spPr>
              <a:xfrm>
                <a:off x="6747975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7"/>
              <p:cNvSpPr/>
              <p:nvPr/>
            </p:nvSpPr>
            <p:spPr>
              <a:xfrm>
                <a:off x="6795479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7"/>
              <p:cNvSpPr/>
              <p:nvPr/>
            </p:nvSpPr>
            <p:spPr>
              <a:xfrm>
                <a:off x="6841690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7"/>
              <p:cNvSpPr/>
              <p:nvPr/>
            </p:nvSpPr>
            <p:spPr>
              <a:xfrm>
                <a:off x="6889195" y="1832189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7"/>
              <p:cNvSpPr/>
              <p:nvPr/>
            </p:nvSpPr>
            <p:spPr>
              <a:xfrm>
                <a:off x="6747975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7"/>
              <p:cNvSpPr/>
              <p:nvPr/>
            </p:nvSpPr>
            <p:spPr>
              <a:xfrm>
                <a:off x="6795479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7"/>
              <p:cNvSpPr/>
              <p:nvPr/>
            </p:nvSpPr>
            <p:spPr>
              <a:xfrm>
                <a:off x="6841690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7"/>
              <p:cNvSpPr/>
              <p:nvPr/>
            </p:nvSpPr>
            <p:spPr>
              <a:xfrm>
                <a:off x="6889195" y="1962421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7"/>
              <p:cNvSpPr/>
              <p:nvPr/>
            </p:nvSpPr>
            <p:spPr>
              <a:xfrm>
                <a:off x="6747975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7"/>
              <p:cNvSpPr/>
              <p:nvPr/>
            </p:nvSpPr>
            <p:spPr>
              <a:xfrm>
                <a:off x="6795479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7"/>
              <p:cNvSpPr/>
              <p:nvPr/>
            </p:nvSpPr>
            <p:spPr>
              <a:xfrm>
                <a:off x="6841690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7"/>
              <p:cNvSpPr/>
              <p:nvPr/>
            </p:nvSpPr>
            <p:spPr>
              <a:xfrm>
                <a:off x="6889195" y="209259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7"/>
              <p:cNvSpPr/>
              <p:nvPr/>
            </p:nvSpPr>
            <p:spPr>
              <a:xfrm>
                <a:off x="6747975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7"/>
              <p:cNvSpPr/>
              <p:nvPr/>
            </p:nvSpPr>
            <p:spPr>
              <a:xfrm>
                <a:off x="6795479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7"/>
              <p:cNvSpPr/>
              <p:nvPr/>
            </p:nvSpPr>
            <p:spPr>
              <a:xfrm>
                <a:off x="6841690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7"/>
              <p:cNvSpPr/>
              <p:nvPr/>
            </p:nvSpPr>
            <p:spPr>
              <a:xfrm>
                <a:off x="6889195" y="2222777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7"/>
              <p:cNvSpPr/>
              <p:nvPr/>
            </p:nvSpPr>
            <p:spPr>
              <a:xfrm>
                <a:off x="6445876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7"/>
              <p:cNvSpPr/>
              <p:nvPr/>
            </p:nvSpPr>
            <p:spPr>
              <a:xfrm>
                <a:off x="6492088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7"/>
              <p:cNvSpPr/>
              <p:nvPr/>
            </p:nvSpPr>
            <p:spPr>
              <a:xfrm>
                <a:off x="6445876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7"/>
              <p:cNvSpPr/>
              <p:nvPr/>
            </p:nvSpPr>
            <p:spPr>
              <a:xfrm>
                <a:off x="6492088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7"/>
              <p:cNvSpPr/>
              <p:nvPr/>
            </p:nvSpPr>
            <p:spPr>
              <a:xfrm>
                <a:off x="6445876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6492088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6445876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6492088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6445876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6492088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6445876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6492088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6445876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6492088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6445876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6492088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6445876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6492088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6445876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7"/>
              <p:cNvSpPr/>
              <p:nvPr/>
            </p:nvSpPr>
            <p:spPr>
              <a:xfrm>
                <a:off x="6492088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7"/>
              <p:cNvSpPr/>
              <p:nvPr/>
            </p:nvSpPr>
            <p:spPr>
              <a:xfrm>
                <a:off x="6445876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>
                <a:off x="6492088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6445876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6492088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6445876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6492088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6747975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6795479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6841690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6889195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6747975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6795479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6841690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6889195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6747975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6795479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7"/>
              <p:cNvSpPr/>
              <p:nvPr/>
            </p:nvSpPr>
            <p:spPr>
              <a:xfrm>
                <a:off x="6841690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7"/>
              <p:cNvSpPr/>
              <p:nvPr/>
            </p:nvSpPr>
            <p:spPr>
              <a:xfrm>
                <a:off x="6889195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6747975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7"/>
              <p:cNvSpPr/>
              <p:nvPr/>
            </p:nvSpPr>
            <p:spPr>
              <a:xfrm>
                <a:off x="6795479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>
                <a:off x="6841690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7"/>
              <p:cNvSpPr/>
              <p:nvPr/>
            </p:nvSpPr>
            <p:spPr>
              <a:xfrm>
                <a:off x="6889195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7"/>
              <p:cNvSpPr/>
              <p:nvPr/>
            </p:nvSpPr>
            <p:spPr>
              <a:xfrm>
                <a:off x="6747975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6795479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7"/>
              <p:cNvSpPr/>
              <p:nvPr/>
            </p:nvSpPr>
            <p:spPr>
              <a:xfrm>
                <a:off x="6841690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7"/>
              <p:cNvSpPr/>
              <p:nvPr/>
            </p:nvSpPr>
            <p:spPr>
              <a:xfrm>
                <a:off x="6889195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6747975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6795479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7"/>
              <p:cNvSpPr/>
              <p:nvPr/>
            </p:nvSpPr>
            <p:spPr>
              <a:xfrm>
                <a:off x="6841690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7"/>
              <p:cNvSpPr/>
              <p:nvPr/>
            </p:nvSpPr>
            <p:spPr>
              <a:xfrm>
                <a:off x="6889195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747975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7"/>
              <p:cNvSpPr/>
              <p:nvPr/>
            </p:nvSpPr>
            <p:spPr>
              <a:xfrm>
                <a:off x="6795479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7"/>
              <p:cNvSpPr/>
              <p:nvPr/>
            </p:nvSpPr>
            <p:spPr>
              <a:xfrm>
                <a:off x="6841690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7"/>
              <p:cNvSpPr/>
              <p:nvPr/>
            </p:nvSpPr>
            <p:spPr>
              <a:xfrm>
                <a:off x="6889195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6747975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6795479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7"/>
              <p:cNvSpPr/>
              <p:nvPr/>
            </p:nvSpPr>
            <p:spPr>
              <a:xfrm>
                <a:off x="6841690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7"/>
              <p:cNvSpPr/>
              <p:nvPr/>
            </p:nvSpPr>
            <p:spPr>
              <a:xfrm>
                <a:off x="6889195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7"/>
              <p:cNvSpPr/>
              <p:nvPr/>
            </p:nvSpPr>
            <p:spPr>
              <a:xfrm>
                <a:off x="6747975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7"/>
              <p:cNvSpPr/>
              <p:nvPr/>
            </p:nvSpPr>
            <p:spPr>
              <a:xfrm>
                <a:off x="6795479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7"/>
              <p:cNvSpPr/>
              <p:nvPr/>
            </p:nvSpPr>
            <p:spPr>
              <a:xfrm>
                <a:off x="6841690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7"/>
              <p:cNvSpPr/>
              <p:nvPr/>
            </p:nvSpPr>
            <p:spPr>
              <a:xfrm>
                <a:off x="6889195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7"/>
              <p:cNvSpPr/>
              <p:nvPr/>
            </p:nvSpPr>
            <p:spPr>
              <a:xfrm>
                <a:off x="6747975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7"/>
              <p:cNvSpPr/>
              <p:nvPr/>
            </p:nvSpPr>
            <p:spPr>
              <a:xfrm>
                <a:off x="6795479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7"/>
              <p:cNvSpPr/>
              <p:nvPr/>
            </p:nvSpPr>
            <p:spPr>
              <a:xfrm>
                <a:off x="6841690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7"/>
              <p:cNvSpPr/>
              <p:nvPr/>
            </p:nvSpPr>
            <p:spPr>
              <a:xfrm>
                <a:off x="6889195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27"/>
              <p:cNvSpPr/>
              <p:nvPr/>
            </p:nvSpPr>
            <p:spPr>
              <a:xfrm>
                <a:off x="6747975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27"/>
              <p:cNvSpPr/>
              <p:nvPr/>
            </p:nvSpPr>
            <p:spPr>
              <a:xfrm>
                <a:off x="6795479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27"/>
              <p:cNvSpPr/>
              <p:nvPr/>
            </p:nvSpPr>
            <p:spPr>
              <a:xfrm>
                <a:off x="6841690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27"/>
              <p:cNvSpPr/>
              <p:nvPr/>
            </p:nvSpPr>
            <p:spPr>
              <a:xfrm>
                <a:off x="6889195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27"/>
              <p:cNvSpPr/>
              <p:nvPr/>
            </p:nvSpPr>
            <p:spPr>
              <a:xfrm>
                <a:off x="6747975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7"/>
              <p:cNvSpPr/>
              <p:nvPr/>
            </p:nvSpPr>
            <p:spPr>
              <a:xfrm>
                <a:off x="6795479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7"/>
              <p:cNvSpPr/>
              <p:nvPr/>
            </p:nvSpPr>
            <p:spPr>
              <a:xfrm>
                <a:off x="6841690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7"/>
              <p:cNvSpPr/>
              <p:nvPr/>
            </p:nvSpPr>
            <p:spPr>
              <a:xfrm>
                <a:off x="6889195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7"/>
              <p:cNvSpPr/>
              <p:nvPr/>
            </p:nvSpPr>
            <p:spPr>
              <a:xfrm>
                <a:off x="6747975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7"/>
              <p:cNvSpPr/>
              <p:nvPr/>
            </p:nvSpPr>
            <p:spPr>
              <a:xfrm>
                <a:off x="6795479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7"/>
              <p:cNvSpPr/>
              <p:nvPr/>
            </p:nvSpPr>
            <p:spPr>
              <a:xfrm>
                <a:off x="6841690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7"/>
              <p:cNvSpPr/>
              <p:nvPr/>
            </p:nvSpPr>
            <p:spPr>
              <a:xfrm>
                <a:off x="6889195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7"/>
              <p:cNvSpPr/>
              <p:nvPr/>
            </p:nvSpPr>
            <p:spPr>
              <a:xfrm>
                <a:off x="6747975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7"/>
              <p:cNvSpPr/>
              <p:nvPr/>
            </p:nvSpPr>
            <p:spPr>
              <a:xfrm>
                <a:off x="6795479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7"/>
              <p:cNvSpPr/>
              <p:nvPr/>
            </p:nvSpPr>
            <p:spPr>
              <a:xfrm>
                <a:off x="6841690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7"/>
              <p:cNvSpPr/>
              <p:nvPr/>
            </p:nvSpPr>
            <p:spPr>
              <a:xfrm>
                <a:off x="6889195" y="4045596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9" name="Google Shape;1269;p27"/>
            <p:cNvGrpSpPr/>
            <p:nvPr/>
          </p:nvGrpSpPr>
          <p:grpSpPr>
            <a:xfrm>
              <a:off x="7017963" y="3498804"/>
              <a:ext cx="1097958" cy="697251"/>
              <a:chOff x="7334850" y="3500054"/>
              <a:chExt cx="1097958" cy="697251"/>
            </a:xfrm>
          </p:grpSpPr>
          <p:sp>
            <p:nvSpPr>
              <p:cNvPr id="1270" name="Google Shape;1270;p27"/>
              <p:cNvSpPr/>
              <p:nvPr/>
            </p:nvSpPr>
            <p:spPr>
              <a:xfrm>
                <a:off x="7684547" y="3506721"/>
                <a:ext cx="54745" cy="82087"/>
              </a:xfrm>
              <a:custGeom>
                <a:rect b="b" l="l" r="r" t="t"/>
                <a:pathLst>
                  <a:path extrusionOk="0" h="1342" w="895">
                    <a:moveTo>
                      <a:pt x="1" y="0"/>
                    </a:moveTo>
                    <a:lnTo>
                      <a:pt x="1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7"/>
              <p:cNvSpPr/>
              <p:nvPr/>
            </p:nvSpPr>
            <p:spPr>
              <a:xfrm>
                <a:off x="7666808" y="3507455"/>
                <a:ext cx="17800" cy="82148"/>
              </a:xfrm>
              <a:custGeom>
                <a:rect b="b" l="l" r="r" t="t"/>
                <a:pathLst>
                  <a:path extrusionOk="0" h="1343" w="291">
                    <a:moveTo>
                      <a:pt x="0" y="0"/>
                    </a:moveTo>
                    <a:lnTo>
                      <a:pt x="0" y="1342"/>
                    </a:lnTo>
                    <a:lnTo>
                      <a:pt x="291" y="1342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7"/>
              <p:cNvSpPr/>
              <p:nvPr/>
            </p:nvSpPr>
            <p:spPr>
              <a:xfrm>
                <a:off x="7659407" y="3500054"/>
                <a:ext cx="85084" cy="19268"/>
              </a:xfrm>
              <a:custGeom>
                <a:rect b="b" l="l" r="r" t="t"/>
                <a:pathLst>
                  <a:path extrusionOk="0" h="315" w="1391">
                    <a:moveTo>
                      <a:pt x="1" y="1"/>
                    </a:moveTo>
                    <a:lnTo>
                      <a:pt x="1" y="315"/>
                    </a:lnTo>
                    <a:lnTo>
                      <a:pt x="1391" y="315"/>
                    </a:lnTo>
                    <a:lnTo>
                      <a:pt x="1391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7"/>
              <p:cNvSpPr/>
              <p:nvPr/>
            </p:nvSpPr>
            <p:spPr>
              <a:xfrm>
                <a:off x="7891539" y="3506721"/>
                <a:ext cx="54806" cy="82087"/>
              </a:xfrm>
              <a:custGeom>
                <a:rect b="b" l="l" r="r" t="t"/>
                <a:pathLst>
                  <a:path extrusionOk="0" h="1342" w="896">
                    <a:moveTo>
                      <a:pt x="1" y="0"/>
                    </a:moveTo>
                    <a:lnTo>
                      <a:pt x="1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7"/>
              <p:cNvSpPr/>
              <p:nvPr/>
            </p:nvSpPr>
            <p:spPr>
              <a:xfrm>
                <a:off x="7873801" y="3507455"/>
                <a:ext cx="17066" cy="82148"/>
              </a:xfrm>
              <a:custGeom>
                <a:rect b="b" l="l" r="r" t="t"/>
                <a:pathLst>
                  <a:path extrusionOk="0" h="1343" w="279">
                    <a:moveTo>
                      <a:pt x="1" y="0"/>
                    </a:moveTo>
                    <a:lnTo>
                      <a:pt x="1" y="1342"/>
                    </a:lnTo>
                    <a:lnTo>
                      <a:pt x="279" y="1342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7"/>
              <p:cNvSpPr/>
              <p:nvPr/>
            </p:nvSpPr>
            <p:spPr>
              <a:xfrm>
                <a:off x="7866399" y="3500054"/>
                <a:ext cx="85084" cy="19268"/>
              </a:xfrm>
              <a:custGeom>
                <a:rect b="b" l="l" r="r" t="t"/>
                <a:pathLst>
                  <a:path extrusionOk="0" h="315" w="1391">
                    <a:moveTo>
                      <a:pt x="1" y="1"/>
                    </a:moveTo>
                    <a:lnTo>
                      <a:pt x="1" y="315"/>
                    </a:lnTo>
                    <a:lnTo>
                      <a:pt x="1391" y="315"/>
                    </a:lnTo>
                    <a:lnTo>
                      <a:pt x="1391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7"/>
              <p:cNvSpPr/>
              <p:nvPr/>
            </p:nvSpPr>
            <p:spPr>
              <a:xfrm>
                <a:off x="8098593" y="3506721"/>
                <a:ext cx="54745" cy="82087"/>
              </a:xfrm>
              <a:custGeom>
                <a:rect b="b" l="l" r="r" t="t"/>
                <a:pathLst>
                  <a:path extrusionOk="0" h="1342" w="895">
                    <a:moveTo>
                      <a:pt x="0" y="0"/>
                    </a:moveTo>
                    <a:lnTo>
                      <a:pt x="0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7"/>
              <p:cNvSpPr/>
              <p:nvPr/>
            </p:nvSpPr>
            <p:spPr>
              <a:xfrm>
                <a:off x="8080854" y="3507455"/>
                <a:ext cx="17066" cy="82148"/>
              </a:xfrm>
              <a:custGeom>
                <a:rect b="b" l="l" r="r" t="t"/>
                <a:pathLst>
                  <a:path extrusionOk="0" h="1343" w="279">
                    <a:moveTo>
                      <a:pt x="0" y="0"/>
                    </a:moveTo>
                    <a:lnTo>
                      <a:pt x="0" y="1342"/>
                    </a:lnTo>
                    <a:lnTo>
                      <a:pt x="278" y="1342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7"/>
              <p:cNvSpPr/>
              <p:nvPr/>
            </p:nvSpPr>
            <p:spPr>
              <a:xfrm>
                <a:off x="8074187" y="3500054"/>
                <a:ext cx="84350" cy="19268"/>
              </a:xfrm>
              <a:custGeom>
                <a:rect b="b" l="l" r="r" t="t"/>
                <a:pathLst>
                  <a:path extrusionOk="0" h="315" w="1379">
                    <a:moveTo>
                      <a:pt x="0" y="1"/>
                    </a:moveTo>
                    <a:lnTo>
                      <a:pt x="0" y="315"/>
                    </a:lnTo>
                    <a:lnTo>
                      <a:pt x="1378" y="315"/>
                    </a:lnTo>
                    <a:lnTo>
                      <a:pt x="1378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27"/>
              <p:cNvSpPr/>
              <p:nvPr/>
            </p:nvSpPr>
            <p:spPr>
              <a:xfrm>
                <a:off x="7544106" y="3571009"/>
                <a:ext cx="888703" cy="129492"/>
              </a:xfrm>
              <a:custGeom>
                <a:rect b="b" l="l" r="r" t="t"/>
                <a:pathLst>
                  <a:path extrusionOk="0" h="2117" w="14529">
                    <a:moveTo>
                      <a:pt x="0" y="1"/>
                    </a:moveTo>
                    <a:lnTo>
                      <a:pt x="0" y="2116"/>
                    </a:lnTo>
                    <a:lnTo>
                      <a:pt x="14528" y="2116"/>
                    </a:lnTo>
                    <a:cubicBezTo>
                      <a:pt x="14009" y="883"/>
                      <a:pt x="12679" y="1"/>
                      <a:pt x="11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27"/>
              <p:cNvSpPr/>
              <p:nvPr/>
            </p:nvSpPr>
            <p:spPr>
              <a:xfrm>
                <a:off x="7334850" y="3571009"/>
                <a:ext cx="419242" cy="129492"/>
              </a:xfrm>
              <a:custGeom>
                <a:rect b="b" l="l" r="r" t="t"/>
                <a:pathLst>
                  <a:path extrusionOk="0" h="2117" w="6854">
                    <a:moveTo>
                      <a:pt x="3421" y="1"/>
                    </a:moveTo>
                    <a:cubicBezTo>
                      <a:pt x="1850" y="1"/>
                      <a:pt x="508" y="883"/>
                      <a:pt x="0" y="2116"/>
                    </a:cubicBezTo>
                    <a:lnTo>
                      <a:pt x="6854" y="2116"/>
                    </a:lnTo>
                    <a:cubicBezTo>
                      <a:pt x="6346" y="883"/>
                      <a:pt x="4992" y="1"/>
                      <a:pt x="34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7"/>
              <p:cNvSpPr/>
              <p:nvPr/>
            </p:nvSpPr>
            <p:spPr>
              <a:xfrm>
                <a:off x="7353323" y="3585811"/>
                <a:ext cx="382297" cy="114689"/>
              </a:xfrm>
              <a:custGeom>
                <a:rect b="b" l="l" r="r" t="t"/>
                <a:pathLst>
                  <a:path extrusionOk="0" h="1875" w="6250">
                    <a:moveTo>
                      <a:pt x="3119" y="1"/>
                    </a:moveTo>
                    <a:cubicBezTo>
                      <a:pt x="1693" y="1"/>
                      <a:pt x="484" y="786"/>
                      <a:pt x="1" y="1874"/>
                    </a:cubicBezTo>
                    <a:lnTo>
                      <a:pt x="6250" y="1874"/>
                    </a:lnTo>
                    <a:cubicBezTo>
                      <a:pt x="5778" y="786"/>
                      <a:pt x="4557" y="1"/>
                      <a:pt x="3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27"/>
              <p:cNvSpPr/>
              <p:nvPr/>
            </p:nvSpPr>
            <p:spPr>
              <a:xfrm>
                <a:off x="7353323" y="3700440"/>
                <a:ext cx="381563" cy="495396"/>
              </a:xfrm>
              <a:custGeom>
                <a:rect b="b" l="l" r="r" t="t"/>
                <a:pathLst>
                  <a:path extrusionOk="0" h="8099" w="6238">
                    <a:moveTo>
                      <a:pt x="1" y="0"/>
                    </a:moveTo>
                    <a:lnTo>
                      <a:pt x="1" y="8098"/>
                    </a:lnTo>
                    <a:lnTo>
                      <a:pt x="6237" y="8098"/>
                    </a:lnTo>
                    <a:lnTo>
                      <a:pt x="62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27"/>
              <p:cNvSpPr/>
              <p:nvPr/>
            </p:nvSpPr>
            <p:spPr>
              <a:xfrm>
                <a:off x="7734827" y="3700440"/>
                <a:ext cx="678042" cy="495396"/>
              </a:xfrm>
              <a:custGeom>
                <a:rect b="b" l="l" r="r" t="t"/>
                <a:pathLst>
                  <a:path extrusionOk="0" h="8099" w="11085">
                    <a:moveTo>
                      <a:pt x="0" y="0"/>
                    </a:moveTo>
                    <a:lnTo>
                      <a:pt x="0" y="8098"/>
                    </a:lnTo>
                    <a:lnTo>
                      <a:pt x="11084" y="8098"/>
                    </a:lnTo>
                    <a:lnTo>
                      <a:pt x="110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7"/>
              <p:cNvSpPr/>
              <p:nvPr/>
            </p:nvSpPr>
            <p:spPr>
              <a:xfrm>
                <a:off x="7734859" y="3982852"/>
                <a:ext cx="678715" cy="212985"/>
              </a:xfrm>
              <a:custGeom>
                <a:rect b="b" l="l" r="r" t="t"/>
                <a:pathLst>
                  <a:path extrusionOk="0" h="3482" w="11096">
                    <a:moveTo>
                      <a:pt x="0" y="0"/>
                    </a:moveTo>
                    <a:lnTo>
                      <a:pt x="0" y="3481"/>
                    </a:lnTo>
                    <a:lnTo>
                      <a:pt x="11096" y="3481"/>
                    </a:lnTo>
                    <a:lnTo>
                      <a:pt x="110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27"/>
              <p:cNvSpPr/>
              <p:nvPr/>
            </p:nvSpPr>
            <p:spPr>
              <a:xfrm>
                <a:off x="7353323" y="3982852"/>
                <a:ext cx="380829" cy="213719"/>
              </a:xfrm>
              <a:custGeom>
                <a:rect b="b" l="l" r="r" t="t"/>
                <a:pathLst>
                  <a:path extrusionOk="0" h="3494" w="6226">
                    <a:moveTo>
                      <a:pt x="1" y="0"/>
                    </a:moveTo>
                    <a:lnTo>
                      <a:pt x="1" y="3493"/>
                    </a:lnTo>
                    <a:lnTo>
                      <a:pt x="6225" y="3493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7"/>
              <p:cNvSpPr/>
              <p:nvPr/>
            </p:nvSpPr>
            <p:spPr>
              <a:xfrm>
                <a:off x="7354057" y="3700440"/>
                <a:ext cx="1058809" cy="20002"/>
              </a:xfrm>
              <a:custGeom>
                <a:rect b="b" l="l" r="r" t="t"/>
                <a:pathLst>
                  <a:path extrusionOk="0" h="327" w="17310">
                    <a:moveTo>
                      <a:pt x="1" y="0"/>
                    </a:moveTo>
                    <a:lnTo>
                      <a:pt x="1" y="326"/>
                    </a:lnTo>
                    <a:lnTo>
                      <a:pt x="17309" y="326"/>
                    </a:lnTo>
                    <a:lnTo>
                      <a:pt x="17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7"/>
              <p:cNvSpPr/>
              <p:nvPr/>
            </p:nvSpPr>
            <p:spPr>
              <a:xfrm>
                <a:off x="7410270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0" y="1"/>
                    </a:moveTo>
                    <a:lnTo>
                      <a:pt x="0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7"/>
              <p:cNvSpPr/>
              <p:nvPr/>
            </p:nvSpPr>
            <p:spPr>
              <a:xfrm>
                <a:off x="7490828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1" y="1"/>
                    </a:moveTo>
                    <a:lnTo>
                      <a:pt x="1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7"/>
              <p:cNvSpPr/>
              <p:nvPr/>
            </p:nvSpPr>
            <p:spPr>
              <a:xfrm>
                <a:off x="7570714" y="3759528"/>
                <a:ext cx="28137" cy="14864"/>
              </a:xfrm>
              <a:custGeom>
                <a:rect b="b" l="l" r="r" t="t"/>
                <a:pathLst>
                  <a:path extrusionOk="0" h="243" w="460">
                    <a:moveTo>
                      <a:pt x="0" y="1"/>
                    </a:moveTo>
                    <a:lnTo>
                      <a:pt x="0" y="243"/>
                    </a:lnTo>
                    <a:lnTo>
                      <a:pt x="459" y="243"/>
                    </a:lnTo>
                    <a:lnTo>
                      <a:pt x="4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7"/>
              <p:cNvSpPr/>
              <p:nvPr/>
            </p:nvSpPr>
            <p:spPr>
              <a:xfrm>
                <a:off x="7650538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1" y="1"/>
                    </a:moveTo>
                    <a:lnTo>
                      <a:pt x="1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7"/>
              <p:cNvSpPr/>
              <p:nvPr/>
            </p:nvSpPr>
            <p:spPr>
              <a:xfrm>
                <a:off x="7437612" y="3849017"/>
                <a:ext cx="213719" cy="346820"/>
              </a:xfrm>
              <a:custGeom>
                <a:rect b="b" l="l" r="r" t="t"/>
                <a:pathLst>
                  <a:path extrusionOk="0" fill="none" h="5670" w="3494">
                    <a:moveTo>
                      <a:pt x="1" y="1"/>
                    </a:moveTo>
                    <a:lnTo>
                      <a:pt x="3494" y="1"/>
                    </a:lnTo>
                    <a:lnTo>
                      <a:pt x="3494" y="5669"/>
                    </a:lnTo>
                    <a:lnTo>
                      <a:pt x="1" y="566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7"/>
              <p:cNvSpPr/>
              <p:nvPr/>
            </p:nvSpPr>
            <p:spPr>
              <a:xfrm>
                <a:off x="7446482" y="3857886"/>
                <a:ext cx="196715" cy="339418"/>
              </a:xfrm>
              <a:custGeom>
                <a:rect b="b" l="l" r="r" t="t"/>
                <a:pathLst>
                  <a:path extrusionOk="0" h="5549" w="3216">
                    <a:moveTo>
                      <a:pt x="1" y="1"/>
                    </a:moveTo>
                    <a:lnTo>
                      <a:pt x="1" y="5548"/>
                    </a:lnTo>
                    <a:lnTo>
                      <a:pt x="3216" y="5548"/>
                    </a:lnTo>
                    <a:lnTo>
                      <a:pt x="32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7"/>
              <p:cNvSpPr/>
              <p:nvPr/>
            </p:nvSpPr>
            <p:spPr>
              <a:xfrm>
                <a:off x="7446482" y="3857886"/>
                <a:ext cx="196715" cy="57008"/>
              </a:xfrm>
              <a:custGeom>
                <a:rect b="b" l="l" r="r" t="t"/>
                <a:pathLst>
                  <a:path extrusionOk="0" h="932" w="3216">
                    <a:moveTo>
                      <a:pt x="1" y="1"/>
                    </a:moveTo>
                    <a:lnTo>
                      <a:pt x="1" y="931"/>
                    </a:lnTo>
                    <a:lnTo>
                      <a:pt x="3216" y="931"/>
                    </a:lnTo>
                    <a:lnTo>
                      <a:pt x="32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7"/>
              <p:cNvSpPr/>
              <p:nvPr/>
            </p:nvSpPr>
            <p:spPr>
              <a:xfrm>
                <a:off x="7416203" y="3914099"/>
                <a:ext cx="257332" cy="61"/>
              </a:xfrm>
              <a:custGeom>
                <a:rect b="b" l="l" r="r" t="t"/>
                <a:pathLst>
                  <a:path extrusionOk="0" fill="none" h="1" w="4207">
                    <a:moveTo>
                      <a:pt x="0" y="0"/>
                    </a:moveTo>
                    <a:lnTo>
                      <a:pt x="4206" y="0"/>
                    </a:lnTo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7"/>
              <p:cNvSpPr/>
              <p:nvPr/>
            </p:nvSpPr>
            <p:spPr>
              <a:xfrm>
                <a:off x="7544106" y="3849017"/>
                <a:ext cx="0" cy="346820"/>
              </a:xfrm>
              <a:custGeom>
                <a:rect b="b" l="l" r="r" t="t"/>
                <a:pathLst>
                  <a:path extrusionOk="0" fill="none" h="5670" w="0">
                    <a:moveTo>
                      <a:pt x="0" y="1"/>
                    </a:moveTo>
                    <a:lnTo>
                      <a:pt x="0" y="5669"/>
                    </a:lnTo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7"/>
              <p:cNvSpPr/>
              <p:nvPr/>
            </p:nvSpPr>
            <p:spPr>
              <a:xfrm>
                <a:off x="7808779" y="3849017"/>
                <a:ext cx="149371" cy="64409"/>
              </a:xfrm>
              <a:custGeom>
                <a:rect b="b" l="l" r="r" t="t"/>
                <a:pathLst>
                  <a:path extrusionOk="0" h="1053" w="2442">
                    <a:moveTo>
                      <a:pt x="0" y="1"/>
                    </a:moveTo>
                    <a:lnTo>
                      <a:pt x="0" y="1052"/>
                    </a:lnTo>
                    <a:lnTo>
                      <a:pt x="2442" y="105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7"/>
              <p:cNvSpPr/>
              <p:nvPr/>
            </p:nvSpPr>
            <p:spPr>
              <a:xfrm>
                <a:off x="7808779" y="3849751"/>
                <a:ext cx="148637" cy="63675"/>
              </a:xfrm>
              <a:custGeom>
                <a:rect b="b" l="l" r="r" t="t"/>
                <a:pathLst>
                  <a:path extrusionOk="0" h="1041" w="2430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30" y="1040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7"/>
              <p:cNvSpPr/>
              <p:nvPr/>
            </p:nvSpPr>
            <p:spPr>
              <a:xfrm>
                <a:off x="7808779" y="3849017"/>
                <a:ext cx="156038" cy="70281"/>
              </a:xfrm>
              <a:custGeom>
                <a:rect b="b" l="l" r="r" t="t"/>
                <a:pathLst>
                  <a:path extrusionOk="0" fill="none" h="1149" w="2551">
                    <a:moveTo>
                      <a:pt x="0" y="1"/>
                    </a:moveTo>
                    <a:lnTo>
                      <a:pt x="2550" y="1"/>
                    </a:lnTo>
                    <a:lnTo>
                      <a:pt x="2550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7"/>
              <p:cNvSpPr/>
              <p:nvPr/>
            </p:nvSpPr>
            <p:spPr>
              <a:xfrm>
                <a:off x="7995831" y="3849017"/>
                <a:ext cx="150105" cy="64409"/>
              </a:xfrm>
              <a:custGeom>
                <a:rect b="b" l="l" r="r" t="t"/>
                <a:pathLst>
                  <a:path extrusionOk="0" h="1053" w="2454">
                    <a:moveTo>
                      <a:pt x="0" y="1"/>
                    </a:moveTo>
                    <a:lnTo>
                      <a:pt x="0" y="1052"/>
                    </a:lnTo>
                    <a:lnTo>
                      <a:pt x="2454" y="1052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7"/>
              <p:cNvSpPr/>
              <p:nvPr/>
            </p:nvSpPr>
            <p:spPr>
              <a:xfrm>
                <a:off x="7996565" y="3849751"/>
                <a:ext cx="148637" cy="63675"/>
              </a:xfrm>
              <a:custGeom>
                <a:rect b="b" l="l" r="r" t="t"/>
                <a:pathLst>
                  <a:path extrusionOk="0" h="1041" w="2430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30" y="1040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7"/>
              <p:cNvSpPr/>
              <p:nvPr/>
            </p:nvSpPr>
            <p:spPr>
              <a:xfrm>
                <a:off x="7995831" y="3849017"/>
                <a:ext cx="156772" cy="70281"/>
              </a:xfrm>
              <a:custGeom>
                <a:rect b="b" l="l" r="r" t="t"/>
                <a:pathLst>
                  <a:path extrusionOk="0" fill="none" h="1149" w="2563">
                    <a:moveTo>
                      <a:pt x="0" y="1"/>
                    </a:moveTo>
                    <a:lnTo>
                      <a:pt x="2562" y="1"/>
                    </a:lnTo>
                    <a:lnTo>
                      <a:pt x="2562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7"/>
              <p:cNvSpPr/>
              <p:nvPr/>
            </p:nvSpPr>
            <p:spPr>
              <a:xfrm>
                <a:off x="8182882" y="3849017"/>
                <a:ext cx="150105" cy="64409"/>
              </a:xfrm>
              <a:custGeom>
                <a:rect b="b" l="l" r="r" t="t"/>
                <a:pathLst>
                  <a:path extrusionOk="0" h="1053" w="2454">
                    <a:moveTo>
                      <a:pt x="0" y="1"/>
                    </a:moveTo>
                    <a:lnTo>
                      <a:pt x="0" y="1052"/>
                    </a:lnTo>
                    <a:lnTo>
                      <a:pt x="2454" y="1052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7"/>
              <p:cNvSpPr/>
              <p:nvPr/>
            </p:nvSpPr>
            <p:spPr>
              <a:xfrm>
                <a:off x="8182882" y="3849751"/>
                <a:ext cx="150105" cy="63675"/>
              </a:xfrm>
              <a:custGeom>
                <a:rect b="b" l="l" r="r" t="t"/>
                <a:pathLst>
                  <a:path extrusionOk="0" h="1041" w="2454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54" y="1040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7"/>
              <p:cNvSpPr/>
              <p:nvPr/>
            </p:nvSpPr>
            <p:spPr>
              <a:xfrm>
                <a:off x="8182882" y="3849017"/>
                <a:ext cx="156038" cy="70281"/>
              </a:xfrm>
              <a:custGeom>
                <a:rect b="b" l="l" r="r" t="t"/>
                <a:pathLst>
                  <a:path extrusionOk="0" fill="none" h="1149" w="2551">
                    <a:moveTo>
                      <a:pt x="0" y="1"/>
                    </a:moveTo>
                    <a:lnTo>
                      <a:pt x="2550" y="1"/>
                    </a:lnTo>
                    <a:lnTo>
                      <a:pt x="2550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7"/>
              <p:cNvSpPr/>
              <p:nvPr/>
            </p:nvSpPr>
            <p:spPr>
              <a:xfrm>
                <a:off x="8392076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27"/>
              <p:cNvSpPr/>
              <p:nvPr/>
            </p:nvSpPr>
            <p:spPr>
              <a:xfrm>
                <a:off x="7754034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27"/>
              <p:cNvSpPr/>
              <p:nvPr/>
            </p:nvSpPr>
            <p:spPr>
              <a:xfrm>
                <a:off x="7783639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27"/>
              <p:cNvSpPr/>
              <p:nvPr/>
            </p:nvSpPr>
            <p:spPr>
              <a:xfrm>
                <a:off x="781691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7850924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7884933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27"/>
              <p:cNvSpPr/>
              <p:nvPr/>
            </p:nvSpPr>
            <p:spPr>
              <a:xfrm>
                <a:off x="7918147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7"/>
              <p:cNvSpPr/>
              <p:nvPr/>
            </p:nvSpPr>
            <p:spPr>
              <a:xfrm>
                <a:off x="795295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7"/>
              <p:cNvSpPr/>
              <p:nvPr/>
            </p:nvSpPr>
            <p:spPr>
              <a:xfrm>
                <a:off x="7986961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7"/>
              <p:cNvSpPr/>
              <p:nvPr/>
            </p:nvSpPr>
            <p:spPr>
              <a:xfrm>
                <a:off x="8020176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7"/>
              <p:cNvSpPr/>
              <p:nvPr/>
            </p:nvSpPr>
            <p:spPr>
              <a:xfrm>
                <a:off x="805418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7"/>
              <p:cNvSpPr/>
              <p:nvPr/>
            </p:nvSpPr>
            <p:spPr>
              <a:xfrm>
                <a:off x="8088194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8121470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7"/>
              <p:cNvSpPr/>
              <p:nvPr/>
            </p:nvSpPr>
            <p:spPr>
              <a:xfrm>
                <a:off x="8156213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7"/>
              <p:cNvSpPr/>
              <p:nvPr/>
            </p:nvSpPr>
            <p:spPr>
              <a:xfrm>
                <a:off x="819022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8223498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7"/>
              <p:cNvSpPr/>
              <p:nvPr/>
            </p:nvSpPr>
            <p:spPr>
              <a:xfrm>
                <a:off x="8257507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7"/>
              <p:cNvSpPr/>
              <p:nvPr/>
            </p:nvSpPr>
            <p:spPr>
              <a:xfrm>
                <a:off x="8291516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832479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7"/>
              <p:cNvSpPr/>
              <p:nvPr/>
            </p:nvSpPr>
            <p:spPr>
              <a:xfrm>
                <a:off x="835953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7"/>
              <p:cNvSpPr/>
              <p:nvPr/>
            </p:nvSpPr>
            <p:spPr>
              <a:xfrm>
                <a:off x="7714091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7"/>
              <p:cNvSpPr/>
              <p:nvPr/>
            </p:nvSpPr>
            <p:spPr>
              <a:xfrm>
                <a:off x="7376261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0" y="0"/>
                    </a:moveTo>
                    <a:lnTo>
                      <a:pt x="0" y="8098"/>
                    </a:lnTo>
                  </a:path>
                </a:pathLst>
              </a:custGeom>
              <a:solidFill>
                <a:schemeClr val="accent2"/>
              </a:solidFill>
              <a:ln cap="flat" cmpd="sng" w="18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7"/>
              <p:cNvSpPr/>
              <p:nvPr/>
            </p:nvSpPr>
            <p:spPr>
              <a:xfrm>
                <a:off x="7353323" y="4169904"/>
                <a:ext cx="1058748" cy="25935"/>
              </a:xfrm>
              <a:custGeom>
                <a:rect b="b" l="l" r="r" t="t"/>
                <a:pathLst>
                  <a:path extrusionOk="0" h="424" w="17309">
                    <a:moveTo>
                      <a:pt x="1" y="0"/>
                    </a:moveTo>
                    <a:lnTo>
                      <a:pt x="1" y="423"/>
                    </a:lnTo>
                    <a:lnTo>
                      <a:pt x="17309" y="423"/>
                    </a:lnTo>
                    <a:lnTo>
                      <a:pt x="17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8" name="Google Shape;1328;p27"/>
            <p:cNvSpPr/>
            <p:nvPr/>
          </p:nvSpPr>
          <p:spPr>
            <a:xfrm flipH="1">
              <a:off x="8335157" y="3841175"/>
              <a:ext cx="376953" cy="328550"/>
            </a:xfrm>
            <a:custGeom>
              <a:rect b="b" l="l" r="r" t="t"/>
              <a:pathLst>
                <a:path extrusionOk="0" h="8292" w="9513">
                  <a:moveTo>
                    <a:pt x="4750" y="0"/>
                  </a:moveTo>
                  <a:cubicBezTo>
                    <a:pt x="3832" y="0"/>
                    <a:pt x="0" y="8292"/>
                    <a:pt x="4750" y="8292"/>
                  </a:cubicBezTo>
                  <a:cubicBezTo>
                    <a:pt x="9513" y="8280"/>
                    <a:pt x="5681" y="0"/>
                    <a:pt x="4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7"/>
            <p:cNvSpPr/>
            <p:nvPr/>
          </p:nvSpPr>
          <p:spPr>
            <a:xfrm flipH="1">
              <a:off x="8428075" y="3841175"/>
              <a:ext cx="376002" cy="328550"/>
            </a:xfrm>
            <a:custGeom>
              <a:rect b="b" l="l" r="r" t="t"/>
              <a:pathLst>
                <a:path extrusionOk="0" h="8292" w="9489">
                  <a:moveTo>
                    <a:pt x="4739" y="0"/>
                  </a:moveTo>
                  <a:cubicBezTo>
                    <a:pt x="3820" y="0"/>
                    <a:pt x="1" y="8292"/>
                    <a:pt x="4739" y="8292"/>
                  </a:cubicBezTo>
                  <a:cubicBezTo>
                    <a:pt x="9489" y="8292"/>
                    <a:pt x="5669" y="0"/>
                    <a:pt x="47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7"/>
            <p:cNvSpPr/>
            <p:nvPr/>
          </p:nvSpPr>
          <p:spPr>
            <a:xfrm flipH="1">
              <a:off x="6590406" y="3985798"/>
              <a:ext cx="441145" cy="181550"/>
            </a:xfrm>
            <a:custGeom>
              <a:rect b="b" l="l" r="r" t="t"/>
              <a:pathLst>
                <a:path extrusionOk="0" h="4582" w="11133">
                  <a:moveTo>
                    <a:pt x="5826" y="1"/>
                  </a:moveTo>
                  <a:cubicBezTo>
                    <a:pt x="5040" y="1"/>
                    <a:pt x="4400" y="544"/>
                    <a:pt x="4206" y="1270"/>
                  </a:cubicBezTo>
                  <a:cubicBezTo>
                    <a:pt x="4037" y="1161"/>
                    <a:pt x="3832" y="1100"/>
                    <a:pt x="3614" y="1100"/>
                  </a:cubicBezTo>
                  <a:cubicBezTo>
                    <a:pt x="2998" y="1100"/>
                    <a:pt x="2478" y="1608"/>
                    <a:pt x="2478" y="2237"/>
                  </a:cubicBezTo>
                  <a:lnTo>
                    <a:pt x="2478" y="2309"/>
                  </a:lnTo>
                  <a:cubicBezTo>
                    <a:pt x="2297" y="2188"/>
                    <a:pt x="2091" y="2116"/>
                    <a:pt x="1861" y="2116"/>
                  </a:cubicBezTo>
                  <a:cubicBezTo>
                    <a:pt x="1269" y="2116"/>
                    <a:pt x="786" y="2599"/>
                    <a:pt x="786" y="3191"/>
                  </a:cubicBezTo>
                  <a:cubicBezTo>
                    <a:pt x="786" y="3264"/>
                    <a:pt x="798" y="3337"/>
                    <a:pt x="822" y="3421"/>
                  </a:cubicBezTo>
                  <a:cubicBezTo>
                    <a:pt x="762" y="3385"/>
                    <a:pt x="677" y="3373"/>
                    <a:pt x="604" y="3373"/>
                  </a:cubicBezTo>
                  <a:cubicBezTo>
                    <a:pt x="278" y="3373"/>
                    <a:pt x="0" y="3639"/>
                    <a:pt x="0" y="3977"/>
                  </a:cubicBezTo>
                  <a:cubicBezTo>
                    <a:pt x="0" y="4303"/>
                    <a:pt x="278" y="4581"/>
                    <a:pt x="604" y="4581"/>
                  </a:cubicBezTo>
                  <a:lnTo>
                    <a:pt x="10504" y="4581"/>
                  </a:lnTo>
                  <a:cubicBezTo>
                    <a:pt x="10830" y="4581"/>
                    <a:pt x="11108" y="4303"/>
                    <a:pt x="11108" y="3977"/>
                  </a:cubicBezTo>
                  <a:cubicBezTo>
                    <a:pt x="11132" y="3663"/>
                    <a:pt x="10866" y="3385"/>
                    <a:pt x="10528" y="3385"/>
                  </a:cubicBezTo>
                  <a:cubicBezTo>
                    <a:pt x="10467" y="3385"/>
                    <a:pt x="10395" y="3397"/>
                    <a:pt x="10334" y="3421"/>
                  </a:cubicBezTo>
                  <a:cubicBezTo>
                    <a:pt x="10371" y="3324"/>
                    <a:pt x="10371" y="3240"/>
                    <a:pt x="10371" y="3131"/>
                  </a:cubicBezTo>
                  <a:cubicBezTo>
                    <a:pt x="10371" y="2515"/>
                    <a:pt x="9863" y="1995"/>
                    <a:pt x="9234" y="1995"/>
                  </a:cubicBezTo>
                  <a:cubicBezTo>
                    <a:pt x="9017" y="1995"/>
                    <a:pt x="8811" y="2055"/>
                    <a:pt x="8642" y="2164"/>
                  </a:cubicBezTo>
                  <a:lnTo>
                    <a:pt x="8642" y="2055"/>
                  </a:lnTo>
                  <a:cubicBezTo>
                    <a:pt x="8642" y="1439"/>
                    <a:pt x="8147" y="919"/>
                    <a:pt x="7506" y="919"/>
                  </a:cubicBezTo>
                  <a:cubicBezTo>
                    <a:pt x="7446" y="919"/>
                    <a:pt x="7385" y="919"/>
                    <a:pt x="7325" y="943"/>
                  </a:cubicBezTo>
                  <a:cubicBezTo>
                    <a:pt x="7059" y="399"/>
                    <a:pt x="6479" y="1"/>
                    <a:pt x="58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7"/>
            <p:cNvSpPr/>
            <p:nvPr/>
          </p:nvSpPr>
          <p:spPr>
            <a:xfrm flipH="1">
              <a:off x="7267607" y="3900569"/>
              <a:ext cx="649018" cy="267729"/>
            </a:xfrm>
            <a:custGeom>
              <a:rect b="b" l="l" r="r" t="t"/>
              <a:pathLst>
                <a:path extrusionOk="0" h="6757" w="16379">
                  <a:moveTo>
                    <a:pt x="8606" y="0"/>
                  </a:moveTo>
                  <a:cubicBezTo>
                    <a:pt x="7434" y="0"/>
                    <a:pt x="6479" y="810"/>
                    <a:pt x="6201" y="1874"/>
                  </a:cubicBezTo>
                  <a:cubicBezTo>
                    <a:pt x="5947" y="1729"/>
                    <a:pt x="5657" y="1632"/>
                    <a:pt x="5343" y="1632"/>
                  </a:cubicBezTo>
                  <a:cubicBezTo>
                    <a:pt x="4412" y="1632"/>
                    <a:pt x="3675" y="2381"/>
                    <a:pt x="3675" y="3300"/>
                  </a:cubicBezTo>
                  <a:lnTo>
                    <a:pt x="3675" y="3409"/>
                  </a:lnTo>
                  <a:cubicBezTo>
                    <a:pt x="3421" y="3227"/>
                    <a:pt x="3107" y="3119"/>
                    <a:pt x="2768" y="3119"/>
                  </a:cubicBezTo>
                  <a:cubicBezTo>
                    <a:pt x="1898" y="3119"/>
                    <a:pt x="1185" y="3832"/>
                    <a:pt x="1185" y="4702"/>
                  </a:cubicBezTo>
                  <a:cubicBezTo>
                    <a:pt x="1185" y="4823"/>
                    <a:pt x="1197" y="4932"/>
                    <a:pt x="1209" y="5040"/>
                  </a:cubicBezTo>
                  <a:cubicBezTo>
                    <a:pt x="1113" y="4992"/>
                    <a:pt x="1004" y="4980"/>
                    <a:pt x="895" y="4980"/>
                  </a:cubicBezTo>
                  <a:cubicBezTo>
                    <a:pt x="399" y="4980"/>
                    <a:pt x="1" y="5367"/>
                    <a:pt x="1" y="5874"/>
                  </a:cubicBezTo>
                  <a:cubicBezTo>
                    <a:pt x="1" y="6370"/>
                    <a:pt x="399" y="6757"/>
                    <a:pt x="895" y="6757"/>
                  </a:cubicBezTo>
                  <a:lnTo>
                    <a:pt x="15496" y="6757"/>
                  </a:lnTo>
                  <a:cubicBezTo>
                    <a:pt x="15991" y="6757"/>
                    <a:pt x="16378" y="6370"/>
                    <a:pt x="16378" y="5874"/>
                  </a:cubicBezTo>
                  <a:cubicBezTo>
                    <a:pt x="16366" y="5367"/>
                    <a:pt x="15967" y="4968"/>
                    <a:pt x="15484" y="4968"/>
                  </a:cubicBezTo>
                  <a:cubicBezTo>
                    <a:pt x="15375" y="4968"/>
                    <a:pt x="15278" y="4980"/>
                    <a:pt x="15194" y="5004"/>
                  </a:cubicBezTo>
                  <a:cubicBezTo>
                    <a:pt x="15218" y="4871"/>
                    <a:pt x="15254" y="4738"/>
                    <a:pt x="15254" y="4593"/>
                  </a:cubicBezTo>
                  <a:cubicBezTo>
                    <a:pt x="15254" y="3675"/>
                    <a:pt x="14517" y="2937"/>
                    <a:pt x="13586" y="2937"/>
                  </a:cubicBezTo>
                  <a:cubicBezTo>
                    <a:pt x="13272" y="2937"/>
                    <a:pt x="12970" y="3022"/>
                    <a:pt x="12728" y="3179"/>
                  </a:cubicBezTo>
                  <a:cubicBezTo>
                    <a:pt x="12728" y="3131"/>
                    <a:pt x="12740" y="3070"/>
                    <a:pt x="12740" y="3010"/>
                  </a:cubicBezTo>
                  <a:cubicBezTo>
                    <a:pt x="12740" y="2091"/>
                    <a:pt x="12003" y="1354"/>
                    <a:pt x="11084" y="1354"/>
                  </a:cubicBezTo>
                  <a:cubicBezTo>
                    <a:pt x="10988" y="1354"/>
                    <a:pt x="10903" y="1366"/>
                    <a:pt x="10830" y="1378"/>
                  </a:cubicBezTo>
                  <a:cubicBezTo>
                    <a:pt x="10419" y="568"/>
                    <a:pt x="9585" y="0"/>
                    <a:pt x="8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2" name="Google Shape;1332;p27"/>
            <p:cNvGrpSpPr/>
            <p:nvPr/>
          </p:nvGrpSpPr>
          <p:grpSpPr>
            <a:xfrm>
              <a:off x="5912205" y="4164932"/>
              <a:ext cx="2861678" cy="167643"/>
              <a:chOff x="5912205" y="4164932"/>
              <a:chExt cx="2861678" cy="167643"/>
            </a:xfrm>
          </p:grpSpPr>
          <p:sp>
            <p:nvSpPr>
              <p:cNvPr id="1333" name="Google Shape;1333;p27"/>
              <p:cNvSpPr/>
              <p:nvPr/>
            </p:nvSpPr>
            <p:spPr>
              <a:xfrm flipH="1">
                <a:off x="5956745" y="4164932"/>
                <a:ext cx="2781239" cy="23972"/>
              </a:xfrm>
              <a:custGeom>
                <a:rect b="b" l="l" r="r" t="t"/>
                <a:pathLst>
                  <a:path extrusionOk="0" h="605" w="70189">
                    <a:moveTo>
                      <a:pt x="605" y="0"/>
                    </a:moveTo>
                    <a:cubicBezTo>
                      <a:pt x="279" y="0"/>
                      <a:pt x="1" y="266"/>
                      <a:pt x="1" y="604"/>
                    </a:cubicBezTo>
                    <a:lnTo>
                      <a:pt x="70189" y="604"/>
                    </a:lnTo>
                    <a:cubicBezTo>
                      <a:pt x="70189" y="266"/>
                      <a:pt x="69911" y="0"/>
                      <a:pt x="695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4" name="Google Shape;1334;p27"/>
              <p:cNvGrpSpPr/>
              <p:nvPr/>
            </p:nvGrpSpPr>
            <p:grpSpPr>
              <a:xfrm>
                <a:off x="5912205" y="4188864"/>
                <a:ext cx="2861678" cy="143711"/>
                <a:chOff x="5912205" y="4188864"/>
                <a:chExt cx="2861678" cy="143711"/>
              </a:xfrm>
            </p:grpSpPr>
            <p:grpSp>
              <p:nvGrpSpPr>
                <p:cNvPr id="1335" name="Google Shape;1335;p27"/>
                <p:cNvGrpSpPr/>
                <p:nvPr/>
              </p:nvGrpSpPr>
              <p:grpSpPr>
                <a:xfrm>
                  <a:off x="5952426" y="4188864"/>
                  <a:ext cx="2781239" cy="143711"/>
                  <a:chOff x="5952426" y="4188864"/>
                  <a:chExt cx="2781239" cy="143711"/>
                </a:xfrm>
              </p:grpSpPr>
              <p:sp>
                <p:nvSpPr>
                  <p:cNvPr id="1336" name="Google Shape;1336;p27"/>
                  <p:cNvSpPr/>
                  <p:nvPr/>
                </p:nvSpPr>
                <p:spPr>
                  <a:xfrm flipH="1">
                    <a:off x="5952426" y="4188864"/>
                    <a:ext cx="2781239" cy="143711"/>
                  </a:xfrm>
                  <a:custGeom>
                    <a:rect b="b" l="l" r="r" t="t"/>
                    <a:pathLst>
                      <a:path extrusionOk="0" h="3627" w="70189">
                        <a:moveTo>
                          <a:pt x="0" y="0"/>
                        </a:moveTo>
                        <a:cubicBezTo>
                          <a:pt x="0" y="2007"/>
                          <a:pt x="1620" y="3626"/>
                          <a:pt x="3626" y="3626"/>
                        </a:cubicBezTo>
                        <a:lnTo>
                          <a:pt x="66563" y="3626"/>
                        </a:lnTo>
                        <a:cubicBezTo>
                          <a:pt x="68569" y="3626"/>
                          <a:pt x="70189" y="2007"/>
                          <a:pt x="7018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337" name="Google Shape;1337;p27"/>
                  <p:cNvGrpSpPr/>
                  <p:nvPr/>
                </p:nvGrpSpPr>
                <p:grpSpPr>
                  <a:xfrm flipH="1">
                    <a:off x="6012114" y="4266677"/>
                    <a:ext cx="2660565" cy="40"/>
                    <a:chOff x="5162284" y="4516728"/>
                    <a:chExt cx="3510906" cy="52"/>
                  </a:xfrm>
                </p:grpSpPr>
                <p:sp>
                  <p:nvSpPr>
                    <p:cNvPr id="1338" name="Google Shape;1338;p27"/>
                    <p:cNvSpPr/>
                    <p:nvPr/>
                  </p:nvSpPr>
                  <p:spPr>
                    <a:xfrm>
                      <a:off x="5162284" y="4516728"/>
                      <a:ext cx="96736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9" name="Google Shape;1339;p27"/>
                    <p:cNvSpPr/>
                    <p:nvPr/>
                  </p:nvSpPr>
                  <p:spPr>
                    <a:xfrm>
                      <a:off x="5317115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0" name="Google Shape;1340;p27"/>
                    <p:cNvSpPr/>
                    <p:nvPr/>
                  </p:nvSpPr>
                  <p:spPr>
                    <a:xfrm>
                      <a:off x="5472625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1" name="Google Shape;1341;p27"/>
                    <p:cNvSpPr/>
                    <p:nvPr/>
                  </p:nvSpPr>
                  <p:spPr>
                    <a:xfrm>
                      <a:off x="5627456" y="4516728"/>
                      <a:ext cx="96736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2" name="Google Shape;1342;p27"/>
                    <p:cNvSpPr/>
                    <p:nvPr/>
                  </p:nvSpPr>
                  <p:spPr>
                    <a:xfrm>
                      <a:off x="5782914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3" name="Google Shape;1343;p27"/>
                    <p:cNvSpPr/>
                    <p:nvPr/>
                  </p:nvSpPr>
                  <p:spPr>
                    <a:xfrm>
                      <a:off x="593779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4" name="Google Shape;1344;p27"/>
                    <p:cNvSpPr/>
                    <p:nvPr/>
                  </p:nvSpPr>
                  <p:spPr>
                    <a:xfrm>
                      <a:off x="6092628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5" name="Google Shape;1345;p27"/>
                    <p:cNvSpPr/>
                    <p:nvPr/>
                  </p:nvSpPr>
                  <p:spPr>
                    <a:xfrm>
                      <a:off x="624808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6" name="Google Shape;1346;p27"/>
                    <p:cNvSpPr/>
                    <p:nvPr/>
                  </p:nvSpPr>
                  <p:spPr>
                    <a:xfrm>
                      <a:off x="640291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7" name="Google Shape;1347;p27"/>
                    <p:cNvSpPr/>
                    <p:nvPr/>
                  </p:nvSpPr>
                  <p:spPr>
                    <a:xfrm>
                      <a:off x="655842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8" name="Google Shape;1348;p27"/>
                    <p:cNvSpPr/>
                    <p:nvPr/>
                  </p:nvSpPr>
                  <p:spPr>
                    <a:xfrm>
                      <a:off x="6713885" y="4516728"/>
                      <a:ext cx="96737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1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9" name="Google Shape;1349;p27"/>
                    <p:cNvSpPr/>
                    <p:nvPr/>
                  </p:nvSpPr>
                  <p:spPr>
                    <a:xfrm>
                      <a:off x="6868716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0" name="Google Shape;1350;p27"/>
                    <p:cNvSpPr/>
                    <p:nvPr/>
                  </p:nvSpPr>
                  <p:spPr>
                    <a:xfrm>
                      <a:off x="7024226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1" name="Google Shape;1351;p27"/>
                    <p:cNvSpPr/>
                    <p:nvPr/>
                  </p:nvSpPr>
                  <p:spPr>
                    <a:xfrm>
                      <a:off x="717905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2" name="Google Shape;1352;p27"/>
                    <p:cNvSpPr/>
                    <p:nvPr/>
                  </p:nvSpPr>
                  <p:spPr>
                    <a:xfrm>
                      <a:off x="7333887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3" name="Google Shape;1353;p27"/>
                    <p:cNvSpPr/>
                    <p:nvPr/>
                  </p:nvSpPr>
                  <p:spPr>
                    <a:xfrm>
                      <a:off x="7489398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4" name="Google Shape;1354;p27"/>
                    <p:cNvSpPr/>
                    <p:nvPr/>
                  </p:nvSpPr>
                  <p:spPr>
                    <a:xfrm>
                      <a:off x="7644228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5" name="Google Shape;1355;p27"/>
                    <p:cNvSpPr/>
                    <p:nvPr/>
                  </p:nvSpPr>
                  <p:spPr>
                    <a:xfrm>
                      <a:off x="779968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6" name="Google Shape;1356;p27"/>
                    <p:cNvSpPr/>
                    <p:nvPr/>
                  </p:nvSpPr>
                  <p:spPr>
                    <a:xfrm>
                      <a:off x="7954569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7" name="Google Shape;1357;p27"/>
                    <p:cNvSpPr/>
                    <p:nvPr/>
                  </p:nvSpPr>
                  <p:spPr>
                    <a:xfrm>
                      <a:off x="8109400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8" name="Google Shape;1358;p27"/>
                    <p:cNvSpPr/>
                    <p:nvPr/>
                  </p:nvSpPr>
                  <p:spPr>
                    <a:xfrm>
                      <a:off x="8264858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9" name="Google Shape;1359;p27"/>
                    <p:cNvSpPr/>
                    <p:nvPr/>
                  </p:nvSpPr>
                  <p:spPr>
                    <a:xfrm>
                      <a:off x="8420368" y="4516728"/>
                      <a:ext cx="96737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49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0" name="Google Shape;1360;p27"/>
                    <p:cNvSpPr/>
                    <p:nvPr/>
                  </p:nvSpPr>
                  <p:spPr>
                    <a:xfrm>
                      <a:off x="857582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361" name="Google Shape;1361;p27"/>
                <p:cNvSpPr/>
                <p:nvPr/>
              </p:nvSpPr>
              <p:spPr>
                <a:xfrm flipH="1">
                  <a:off x="5912205" y="4188864"/>
                  <a:ext cx="2861678" cy="40"/>
                </a:xfrm>
                <a:custGeom>
                  <a:rect b="b" l="l" r="r" t="t"/>
                  <a:pathLst>
                    <a:path extrusionOk="0" fill="none" h="1" w="72219">
                      <a:moveTo>
                        <a:pt x="0" y="0"/>
                      </a:moveTo>
                      <a:lnTo>
                        <a:pt x="72219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62" name="Google Shape;1362;p27"/>
            <p:cNvSpPr/>
            <p:nvPr/>
          </p:nvSpPr>
          <p:spPr>
            <a:xfrm flipH="1">
              <a:off x="8482686" y="3909167"/>
              <a:ext cx="94862" cy="176756"/>
            </a:xfrm>
            <a:custGeom>
              <a:rect b="b" l="l" r="r" t="t"/>
              <a:pathLst>
                <a:path extrusionOk="0" h="4461" w="2394">
                  <a:moveTo>
                    <a:pt x="1197" y="1"/>
                  </a:moveTo>
                  <a:cubicBezTo>
                    <a:pt x="811" y="1"/>
                    <a:pt x="484" y="315"/>
                    <a:pt x="484" y="714"/>
                  </a:cubicBezTo>
                  <a:cubicBezTo>
                    <a:pt x="484" y="883"/>
                    <a:pt x="557" y="1016"/>
                    <a:pt x="629" y="1137"/>
                  </a:cubicBezTo>
                  <a:cubicBezTo>
                    <a:pt x="436" y="1306"/>
                    <a:pt x="291" y="1548"/>
                    <a:pt x="291" y="1826"/>
                  </a:cubicBezTo>
                  <a:cubicBezTo>
                    <a:pt x="291" y="2031"/>
                    <a:pt x="351" y="2213"/>
                    <a:pt x="460" y="2346"/>
                  </a:cubicBezTo>
                  <a:cubicBezTo>
                    <a:pt x="182" y="2551"/>
                    <a:pt x="1" y="2902"/>
                    <a:pt x="1" y="3264"/>
                  </a:cubicBezTo>
                  <a:cubicBezTo>
                    <a:pt x="1" y="3917"/>
                    <a:pt x="533" y="4461"/>
                    <a:pt x="1197" y="4461"/>
                  </a:cubicBezTo>
                  <a:cubicBezTo>
                    <a:pt x="1850" y="4461"/>
                    <a:pt x="2394" y="3929"/>
                    <a:pt x="2394" y="3264"/>
                  </a:cubicBezTo>
                  <a:cubicBezTo>
                    <a:pt x="2382" y="2902"/>
                    <a:pt x="2213" y="2551"/>
                    <a:pt x="1947" y="2346"/>
                  </a:cubicBezTo>
                  <a:cubicBezTo>
                    <a:pt x="2043" y="2188"/>
                    <a:pt x="2104" y="2007"/>
                    <a:pt x="2104" y="1826"/>
                  </a:cubicBezTo>
                  <a:cubicBezTo>
                    <a:pt x="2104" y="1548"/>
                    <a:pt x="1971" y="1306"/>
                    <a:pt x="1778" y="1137"/>
                  </a:cubicBezTo>
                  <a:cubicBezTo>
                    <a:pt x="1862" y="1016"/>
                    <a:pt x="1910" y="883"/>
                    <a:pt x="1910" y="714"/>
                  </a:cubicBezTo>
                  <a:cubicBezTo>
                    <a:pt x="1910" y="315"/>
                    <a:pt x="1596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7"/>
            <p:cNvSpPr/>
            <p:nvPr/>
          </p:nvSpPr>
          <p:spPr>
            <a:xfrm flipH="1">
              <a:off x="8530079" y="3985322"/>
              <a:ext cx="40" cy="203580"/>
            </a:xfrm>
            <a:custGeom>
              <a:rect b="b" l="l" r="r" t="t"/>
              <a:pathLst>
                <a:path extrusionOk="0" fill="none" h="5138" w="1">
                  <a:moveTo>
                    <a:pt x="0" y="0"/>
                  </a:moveTo>
                  <a:lnTo>
                    <a:pt x="0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 flipH="1">
              <a:off x="8204409" y="3909167"/>
              <a:ext cx="94387" cy="176756"/>
            </a:xfrm>
            <a:custGeom>
              <a:rect b="b" l="l" r="r" t="t"/>
              <a:pathLst>
                <a:path extrusionOk="0" h="4461" w="2382">
                  <a:moveTo>
                    <a:pt x="1197" y="1"/>
                  </a:moveTo>
                  <a:cubicBezTo>
                    <a:pt x="798" y="1"/>
                    <a:pt x="484" y="315"/>
                    <a:pt x="484" y="714"/>
                  </a:cubicBezTo>
                  <a:cubicBezTo>
                    <a:pt x="484" y="883"/>
                    <a:pt x="544" y="1016"/>
                    <a:pt x="617" y="1137"/>
                  </a:cubicBezTo>
                  <a:cubicBezTo>
                    <a:pt x="423" y="1306"/>
                    <a:pt x="290" y="1548"/>
                    <a:pt x="290" y="1826"/>
                  </a:cubicBezTo>
                  <a:cubicBezTo>
                    <a:pt x="290" y="2031"/>
                    <a:pt x="351" y="2213"/>
                    <a:pt x="448" y="2346"/>
                  </a:cubicBezTo>
                  <a:cubicBezTo>
                    <a:pt x="182" y="2551"/>
                    <a:pt x="0" y="2902"/>
                    <a:pt x="0" y="3264"/>
                  </a:cubicBezTo>
                  <a:cubicBezTo>
                    <a:pt x="0" y="3917"/>
                    <a:pt x="520" y="4461"/>
                    <a:pt x="1197" y="4461"/>
                  </a:cubicBezTo>
                  <a:cubicBezTo>
                    <a:pt x="1837" y="4461"/>
                    <a:pt x="2381" y="3929"/>
                    <a:pt x="2381" y="3264"/>
                  </a:cubicBezTo>
                  <a:cubicBezTo>
                    <a:pt x="2369" y="2902"/>
                    <a:pt x="2200" y="2551"/>
                    <a:pt x="1934" y="2346"/>
                  </a:cubicBezTo>
                  <a:cubicBezTo>
                    <a:pt x="2043" y="2188"/>
                    <a:pt x="2103" y="2007"/>
                    <a:pt x="2103" y="1826"/>
                  </a:cubicBezTo>
                  <a:cubicBezTo>
                    <a:pt x="2103" y="1548"/>
                    <a:pt x="1958" y="1306"/>
                    <a:pt x="1765" y="1137"/>
                  </a:cubicBezTo>
                  <a:cubicBezTo>
                    <a:pt x="1850" y="1016"/>
                    <a:pt x="1898" y="883"/>
                    <a:pt x="1898" y="714"/>
                  </a:cubicBezTo>
                  <a:cubicBezTo>
                    <a:pt x="1898" y="315"/>
                    <a:pt x="1584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 flipH="1">
              <a:off x="8251366" y="3985322"/>
              <a:ext cx="40" cy="203580"/>
            </a:xfrm>
            <a:custGeom>
              <a:rect b="b" l="l" r="r" t="t"/>
              <a:pathLst>
                <a:path extrusionOk="0" fill="none" h="5138" w="1">
                  <a:moveTo>
                    <a:pt x="1" y="0"/>
                  </a:moveTo>
                  <a:lnTo>
                    <a:pt x="1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 flipH="1">
              <a:off x="6255200" y="3961390"/>
              <a:ext cx="112575" cy="210752"/>
            </a:xfrm>
            <a:custGeom>
              <a:rect b="b" l="l" r="r" t="t"/>
              <a:pathLst>
                <a:path extrusionOk="0" h="5319" w="2841">
                  <a:moveTo>
                    <a:pt x="1415" y="0"/>
                  </a:moveTo>
                  <a:cubicBezTo>
                    <a:pt x="943" y="0"/>
                    <a:pt x="568" y="375"/>
                    <a:pt x="568" y="846"/>
                  </a:cubicBezTo>
                  <a:cubicBezTo>
                    <a:pt x="568" y="1028"/>
                    <a:pt x="629" y="1209"/>
                    <a:pt x="726" y="1342"/>
                  </a:cubicBezTo>
                  <a:cubicBezTo>
                    <a:pt x="484" y="1535"/>
                    <a:pt x="339" y="1837"/>
                    <a:pt x="339" y="2176"/>
                  </a:cubicBezTo>
                  <a:cubicBezTo>
                    <a:pt x="339" y="2405"/>
                    <a:pt x="411" y="2611"/>
                    <a:pt x="532" y="2792"/>
                  </a:cubicBezTo>
                  <a:cubicBezTo>
                    <a:pt x="218" y="3046"/>
                    <a:pt x="0" y="3445"/>
                    <a:pt x="0" y="3892"/>
                  </a:cubicBezTo>
                  <a:cubicBezTo>
                    <a:pt x="0" y="4678"/>
                    <a:pt x="641" y="5318"/>
                    <a:pt x="1427" y="5318"/>
                  </a:cubicBezTo>
                  <a:cubicBezTo>
                    <a:pt x="2212" y="5318"/>
                    <a:pt x="2841" y="4678"/>
                    <a:pt x="2841" y="3892"/>
                  </a:cubicBezTo>
                  <a:cubicBezTo>
                    <a:pt x="2829" y="3445"/>
                    <a:pt x="2623" y="3046"/>
                    <a:pt x="2285" y="2792"/>
                  </a:cubicBezTo>
                  <a:cubicBezTo>
                    <a:pt x="2406" y="2611"/>
                    <a:pt x="2478" y="2405"/>
                    <a:pt x="2478" y="2176"/>
                  </a:cubicBezTo>
                  <a:cubicBezTo>
                    <a:pt x="2478" y="1837"/>
                    <a:pt x="2333" y="1535"/>
                    <a:pt x="2091" y="1342"/>
                  </a:cubicBezTo>
                  <a:cubicBezTo>
                    <a:pt x="2200" y="1209"/>
                    <a:pt x="2261" y="1028"/>
                    <a:pt x="2261" y="846"/>
                  </a:cubicBezTo>
                  <a:cubicBezTo>
                    <a:pt x="2261" y="375"/>
                    <a:pt x="1874" y="0"/>
                    <a:pt x="1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 flipH="1">
              <a:off x="6062193" y="3971930"/>
              <a:ext cx="112575" cy="210752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8" name="Google Shape;1368;p27"/>
          <p:cNvSpPr/>
          <p:nvPr/>
        </p:nvSpPr>
        <p:spPr>
          <a:xfrm>
            <a:off x="8049335" y="9095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27"/>
          <p:cNvSpPr/>
          <p:nvPr/>
        </p:nvSpPr>
        <p:spPr>
          <a:xfrm>
            <a:off x="7403610" y="12814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4538"/>
            <a:ext cx="8839199" cy="134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50149"/>
            <a:ext cx="8839199" cy="938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9"/>
          <p:cNvSpPr txBox="1"/>
          <p:nvPr>
            <p:ph idx="4294967295" type="body"/>
          </p:nvPr>
        </p:nvSpPr>
        <p:spPr>
          <a:xfrm>
            <a:off x="753975" y="1120550"/>
            <a:ext cx="50331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 sz="2200" u="sng">
                <a:latin typeface="Passion One"/>
                <a:ea typeface="Passion One"/>
                <a:cs typeface="Passion One"/>
                <a:sym typeface="Passion One"/>
              </a:rPr>
              <a:t>Arrest Count</a:t>
            </a:r>
            <a:endParaRPr b="1" i="1" sz="2200" u="sng">
              <a:latin typeface="Passion One"/>
              <a:ea typeface="Passion One"/>
              <a:cs typeface="Passion One"/>
              <a:sym typeface="Passion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Mt. Oliver Neighborhood:</a:t>
            </a:r>
            <a:r>
              <a:rPr i="1" lang="en"/>
              <a:t>  2</a:t>
            </a:r>
            <a:endParaRPr i="1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Troy Hill-Herrs Island:</a:t>
            </a:r>
            <a:r>
              <a:rPr i="1" lang="en"/>
              <a:t> 6</a:t>
            </a:r>
            <a:endParaRPr i="1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Mt. Oliver Borough:</a:t>
            </a:r>
            <a:r>
              <a:rPr i="1" lang="en"/>
              <a:t> 18</a:t>
            </a:r>
            <a:endParaRPr i="1" sz="14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 sz="2200" u="sng">
                <a:latin typeface="Passion One"/>
                <a:ea typeface="Passion One"/>
                <a:cs typeface="Passion One"/>
                <a:sym typeface="Passion One"/>
              </a:rPr>
              <a:t>Best Neighborhood based on arrest</a:t>
            </a:r>
            <a:endParaRPr b="1" i="1" sz="2200" u="sng">
              <a:latin typeface="Passion One"/>
              <a:ea typeface="Passion One"/>
              <a:cs typeface="Passion One"/>
              <a:sym typeface="Passion On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Unlike the fire data set Mt Oliver Neighborhood is the safest neighborhood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 Oliver Borough still makes the top three safest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  <p:sp>
        <p:nvSpPr>
          <p:cNvPr id="1381" name="Google Shape;1381;p29"/>
          <p:cNvSpPr txBox="1"/>
          <p:nvPr>
            <p:ph type="title"/>
          </p:nvPr>
        </p:nvSpPr>
        <p:spPr>
          <a:xfrm>
            <a:off x="753975" y="394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Quantity of Arrests</a:t>
            </a:r>
            <a:endParaRPr b="1" u="sng"/>
          </a:p>
        </p:txBody>
      </p:sp>
      <p:grpSp>
        <p:nvGrpSpPr>
          <p:cNvPr id="1382" name="Google Shape;1382;p29"/>
          <p:cNvGrpSpPr/>
          <p:nvPr/>
        </p:nvGrpSpPr>
        <p:grpSpPr>
          <a:xfrm>
            <a:off x="5875544" y="551057"/>
            <a:ext cx="1033321" cy="3899059"/>
            <a:chOff x="4740750" y="2131351"/>
            <a:chExt cx="637223" cy="2049009"/>
          </a:xfrm>
        </p:grpSpPr>
        <p:sp>
          <p:nvSpPr>
            <p:cNvPr id="1383" name="Google Shape;1383;p29"/>
            <p:cNvSpPr/>
            <p:nvPr/>
          </p:nvSpPr>
          <p:spPr>
            <a:xfrm>
              <a:off x="5176767" y="2131351"/>
              <a:ext cx="97219" cy="334016"/>
            </a:xfrm>
            <a:custGeom>
              <a:rect b="b" l="l" r="r" t="t"/>
              <a:pathLst>
                <a:path extrusionOk="0" h="4195" w="1221">
                  <a:moveTo>
                    <a:pt x="0" y="0"/>
                  </a:moveTo>
                  <a:lnTo>
                    <a:pt x="0" y="4194"/>
                  </a:lnTo>
                  <a:lnTo>
                    <a:pt x="1221" y="4194"/>
                  </a:lnTo>
                  <a:lnTo>
                    <a:pt x="1221" y="2635"/>
                  </a:lnTo>
                  <a:cubicBezTo>
                    <a:pt x="1221" y="1173"/>
                    <a:pt x="6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4966004" y="2131351"/>
              <a:ext cx="210840" cy="334016"/>
            </a:xfrm>
            <a:custGeom>
              <a:rect b="b" l="l" r="r" t="t"/>
              <a:pathLst>
                <a:path extrusionOk="0" h="4195" w="2648">
                  <a:moveTo>
                    <a:pt x="2647" y="0"/>
                  </a:moveTo>
                  <a:cubicBezTo>
                    <a:pt x="1185" y="0"/>
                    <a:pt x="0" y="1173"/>
                    <a:pt x="0" y="2635"/>
                  </a:cubicBezTo>
                  <a:lnTo>
                    <a:pt x="0" y="4194"/>
                  </a:lnTo>
                  <a:lnTo>
                    <a:pt x="2647" y="4194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5176767" y="2131351"/>
              <a:ext cx="82807" cy="101121"/>
            </a:xfrm>
            <a:custGeom>
              <a:rect b="b" l="l" r="r" t="t"/>
              <a:pathLst>
                <a:path extrusionOk="0" h="1270" w="1040">
                  <a:moveTo>
                    <a:pt x="0" y="0"/>
                  </a:moveTo>
                  <a:lnTo>
                    <a:pt x="0" y="1269"/>
                  </a:lnTo>
                  <a:lnTo>
                    <a:pt x="1040" y="1269"/>
                  </a:lnTo>
                  <a:cubicBezTo>
                    <a:pt x="834" y="508"/>
                    <a:pt x="43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4995783" y="2131351"/>
              <a:ext cx="181062" cy="101121"/>
            </a:xfrm>
            <a:custGeom>
              <a:rect b="b" l="l" r="r" t="t"/>
              <a:pathLst>
                <a:path extrusionOk="0" h="1270" w="2274">
                  <a:moveTo>
                    <a:pt x="2273" y="0"/>
                  </a:moveTo>
                  <a:cubicBezTo>
                    <a:pt x="1306" y="0"/>
                    <a:pt x="472" y="496"/>
                    <a:pt x="1" y="1269"/>
                  </a:cubicBezTo>
                  <a:lnTo>
                    <a:pt x="2273" y="1269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9"/>
            <p:cNvSpPr/>
            <p:nvPr/>
          </p:nvSpPr>
          <p:spPr>
            <a:xfrm>
              <a:off x="5176767" y="2253573"/>
              <a:ext cx="150168" cy="517785"/>
            </a:xfrm>
            <a:custGeom>
              <a:rect b="b" l="l" r="r" t="t"/>
              <a:pathLst>
                <a:path extrusionOk="0" h="6503" w="1886">
                  <a:moveTo>
                    <a:pt x="0" y="0"/>
                  </a:moveTo>
                  <a:lnTo>
                    <a:pt x="0" y="6503"/>
                  </a:lnTo>
                  <a:lnTo>
                    <a:pt x="1886" y="6503"/>
                  </a:lnTo>
                  <a:lnTo>
                    <a:pt x="1886" y="4098"/>
                  </a:lnTo>
                  <a:cubicBezTo>
                    <a:pt x="1886" y="1825"/>
                    <a:pt x="104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9"/>
            <p:cNvSpPr/>
            <p:nvPr/>
          </p:nvSpPr>
          <p:spPr>
            <a:xfrm>
              <a:off x="4850471" y="2253573"/>
              <a:ext cx="326373" cy="517785"/>
            </a:xfrm>
            <a:custGeom>
              <a:rect b="b" l="l" r="r" t="t"/>
              <a:pathLst>
                <a:path extrusionOk="0" h="6503" w="4099">
                  <a:moveTo>
                    <a:pt x="4098" y="0"/>
                  </a:moveTo>
                  <a:cubicBezTo>
                    <a:pt x="1826" y="0"/>
                    <a:pt x="1" y="1825"/>
                    <a:pt x="1" y="4098"/>
                  </a:cubicBezTo>
                  <a:lnTo>
                    <a:pt x="1" y="6503"/>
                  </a:lnTo>
                  <a:lnTo>
                    <a:pt x="4098" y="6503"/>
                  </a:lnTo>
                  <a:lnTo>
                    <a:pt x="4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9"/>
            <p:cNvSpPr/>
            <p:nvPr/>
          </p:nvSpPr>
          <p:spPr>
            <a:xfrm>
              <a:off x="5176767" y="2253573"/>
              <a:ext cx="128033" cy="156936"/>
            </a:xfrm>
            <a:custGeom>
              <a:rect b="b" l="l" r="r" t="t"/>
              <a:pathLst>
                <a:path extrusionOk="0" h="1971" w="1608">
                  <a:moveTo>
                    <a:pt x="0" y="0"/>
                  </a:moveTo>
                  <a:lnTo>
                    <a:pt x="0" y="1970"/>
                  </a:lnTo>
                  <a:lnTo>
                    <a:pt x="1608" y="1970"/>
                  </a:lnTo>
                  <a:cubicBezTo>
                    <a:pt x="1281" y="786"/>
                    <a:pt x="677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4897608" y="2253573"/>
              <a:ext cx="279236" cy="156936"/>
            </a:xfrm>
            <a:custGeom>
              <a:rect b="b" l="l" r="r" t="t"/>
              <a:pathLst>
                <a:path extrusionOk="0" h="1971" w="3507">
                  <a:moveTo>
                    <a:pt x="3506" y="0"/>
                  </a:moveTo>
                  <a:cubicBezTo>
                    <a:pt x="2007" y="0"/>
                    <a:pt x="726" y="786"/>
                    <a:pt x="1" y="1970"/>
                  </a:cubicBezTo>
                  <a:lnTo>
                    <a:pt x="3506" y="1970"/>
                  </a:lnTo>
                  <a:lnTo>
                    <a:pt x="3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5176767" y="2465291"/>
              <a:ext cx="201206" cy="1709256"/>
            </a:xfrm>
            <a:custGeom>
              <a:rect b="b" l="l" r="r" t="t"/>
              <a:pathLst>
                <a:path extrusionOk="0" h="21467" w="2527">
                  <a:moveTo>
                    <a:pt x="0" y="0"/>
                  </a:moveTo>
                  <a:lnTo>
                    <a:pt x="0" y="21467"/>
                  </a:lnTo>
                  <a:lnTo>
                    <a:pt x="2514" y="21467"/>
                  </a:lnTo>
                  <a:lnTo>
                    <a:pt x="2514" y="5476"/>
                  </a:lnTo>
                  <a:cubicBezTo>
                    <a:pt x="2526" y="2454"/>
                    <a:pt x="139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9"/>
            <p:cNvSpPr/>
            <p:nvPr/>
          </p:nvSpPr>
          <p:spPr>
            <a:xfrm>
              <a:off x="4740750" y="2465291"/>
              <a:ext cx="436092" cy="1709256"/>
            </a:xfrm>
            <a:custGeom>
              <a:rect b="b" l="l" r="r" t="t"/>
              <a:pathLst>
                <a:path extrusionOk="0" h="21467" w="5477">
                  <a:moveTo>
                    <a:pt x="5476" y="0"/>
                  </a:moveTo>
                  <a:cubicBezTo>
                    <a:pt x="2454" y="0"/>
                    <a:pt x="1" y="2454"/>
                    <a:pt x="1" y="5476"/>
                  </a:cubicBezTo>
                  <a:lnTo>
                    <a:pt x="1" y="21467"/>
                  </a:lnTo>
                  <a:lnTo>
                    <a:pt x="5476" y="21467"/>
                  </a:lnTo>
                  <a:lnTo>
                    <a:pt x="54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9"/>
            <p:cNvSpPr/>
            <p:nvPr/>
          </p:nvSpPr>
          <p:spPr>
            <a:xfrm>
              <a:off x="5145953" y="2465291"/>
              <a:ext cx="80" cy="1715069"/>
            </a:xfrm>
            <a:custGeom>
              <a:rect b="b" l="l" r="r" t="t"/>
              <a:pathLst>
                <a:path extrusionOk="0" fill="none" h="21540" w="1">
                  <a:moveTo>
                    <a:pt x="0" y="0"/>
                  </a:moveTo>
                  <a:lnTo>
                    <a:pt x="0" y="2153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9"/>
            <p:cNvSpPr/>
            <p:nvPr/>
          </p:nvSpPr>
          <p:spPr>
            <a:xfrm>
              <a:off x="5207502" y="2467202"/>
              <a:ext cx="80" cy="1707345"/>
            </a:xfrm>
            <a:custGeom>
              <a:rect b="b" l="l" r="r" t="t"/>
              <a:pathLst>
                <a:path extrusionOk="0" fill="none" h="21443" w="1">
                  <a:moveTo>
                    <a:pt x="1" y="0"/>
                  </a:moveTo>
                  <a:lnTo>
                    <a:pt x="1" y="21443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9"/>
            <p:cNvSpPr/>
            <p:nvPr/>
          </p:nvSpPr>
          <p:spPr>
            <a:xfrm>
              <a:off x="5354805" y="2700100"/>
              <a:ext cx="80" cy="1474449"/>
            </a:xfrm>
            <a:custGeom>
              <a:rect b="b" l="l" r="r" t="t"/>
              <a:pathLst>
                <a:path extrusionOk="0" fill="none" h="18518" w="1">
                  <a:moveTo>
                    <a:pt x="0" y="1"/>
                  </a:moveTo>
                  <a:lnTo>
                    <a:pt x="0" y="18518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9"/>
            <p:cNvSpPr/>
            <p:nvPr/>
          </p:nvSpPr>
          <p:spPr>
            <a:xfrm>
              <a:off x="4809067" y="2838724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1" y="0"/>
                  </a:moveTo>
                  <a:lnTo>
                    <a:pt x="1" y="2454"/>
                  </a:lnTo>
                  <a:lnTo>
                    <a:pt x="690" y="2454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9"/>
            <p:cNvSpPr/>
            <p:nvPr/>
          </p:nvSpPr>
          <p:spPr>
            <a:xfrm>
              <a:off x="4889009" y="2838724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9"/>
            <p:cNvSpPr/>
            <p:nvPr/>
          </p:nvSpPr>
          <p:spPr>
            <a:xfrm>
              <a:off x="4967915" y="2838724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0" y="0"/>
                  </a:moveTo>
                  <a:lnTo>
                    <a:pt x="0" y="2454"/>
                  </a:lnTo>
                  <a:lnTo>
                    <a:pt x="689" y="2454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9"/>
            <p:cNvSpPr/>
            <p:nvPr/>
          </p:nvSpPr>
          <p:spPr>
            <a:xfrm>
              <a:off x="5047777" y="2838724"/>
              <a:ext cx="53984" cy="195394"/>
            </a:xfrm>
            <a:custGeom>
              <a:rect b="b" l="l" r="r" t="t"/>
              <a:pathLst>
                <a:path extrusionOk="0" h="2454" w="678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9"/>
            <p:cNvSpPr/>
            <p:nvPr/>
          </p:nvSpPr>
          <p:spPr>
            <a:xfrm>
              <a:off x="4809067" y="2838724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1" y="0"/>
                  </a:moveTo>
                  <a:lnTo>
                    <a:pt x="1" y="338"/>
                  </a:lnTo>
                  <a:lnTo>
                    <a:pt x="690" y="338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4889009" y="2838724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4967915" y="2838724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0" y="0"/>
                  </a:moveTo>
                  <a:lnTo>
                    <a:pt x="0" y="338"/>
                  </a:lnTo>
                  <a:lnTo>
                    <a:pt x="689" y="338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5047777" y="2838724"/>
              <a:ext cx="53984" cy="26992"/>
            </a:xfrm>
            <a:custGeom>
              <a:rect b="b" l="l" r="r" t="t"/>
              <a:pathLst>
                <a:path extrusionOk="0" h="339" w="678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5253763" y="2838724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9"/>
            <p:cNvSpPr/>
            <p:nvPr/>
          </p:nvSpPr>
          <p:spPr>
            <a:xfrm>
              <a:off x="5253763" y="2838724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9"/>
            <p:cNvSpPr/>
            <p:nvPr/>
          </p:nvSpPr>
          <p:spPr>
            <a:xfrm>
              <a:off x="5253763" y="3130305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9"/>
            <p:cNvSpPr/>
            <p:nvPr/>
          </p:nvSpPr>
          <p:spPr>
            <a:xfrm>
              <a:off x="5253763" y="3130305"/>
              <a:ext cx="53904" cy="27947"/>
            </a:xfrm>
            <a:custGeom>
              <a:rect b="b" l="l" r="r" t="t"/>
              <a:pathLst>
                <a:path extrusionOk="0" h="351" w="677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9"/>
            <p:cNvSpPr/>
            <p:nvPr/>
          </p:nvSpPr>
          <p:spPr>
            <a:xfrm>
              <a:off x="5253763" y="3422841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9"/>
            <p:cNvSpPr/>
            <p:nvPr/>
          </p:nvSpPr>
          <p:spPr>
            <a:xfrm>
              <a:off x="5253763" y="3422841"/>
              <a:ext cx="53904" cy="28027"/>
            </a:xfrm>
            <a:custGeom>
              <a:rect b="b" l="l" r="r" t="t"/>
              <a:pathLst>
                <a:path extrusionOk="0" h="352" w="677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9"/>
            <p:cNvSpPr/>
            <p:nvPr/>
          </p:nvSpPr>
          <p:spPr>
            <a:xfrm>
              <a:off x="5253763" y="3715456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5253763" y="3715456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5253763" y="4007992"/>
              <a:ext cx="53904" cy="111710"/>
            </a:xfrm>
            <a:custGeom>
              <a:rect b="b" l="l" r="r" t="t"/>
              <a:pathLst>
                <a:path extrusionOk="0" h="1403" w="677">
                  <a:moveTo>
                    <a:pt x="0" y="1"/>
                  </a:moveTo>
                  <a:lnTo>
                    <a:pt x="0" y="1403"/>
                  </a:lnTo>
                  <a:lnTo>
                    <a:pt x="677" y="140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9"/>
            <p:cNvSpPr/>
            <p:nvPr/>
          </p:nvSpPr>
          <p:spPr>
            <a:xfrm>
              <a:off x="5253763" y="4007992"/>
              <a:ext cx="53904" cy="15447"/>
            </a:xfrm>
            <a:custGeom>
              <a:rect b="b" l="l" r="r" t="t"/>
              <a:pathLst>
                <a:path extrusionOk="0" h="194" w="677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4809067" y="3130305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1" y="0"/>
                  </a:moveTo>
                  <a:lnTo>
                    <a:pt x="1" y="2466"/>
                  </a:lnTo>
                  <a:lnTo>
                    <a:pt x="690" y="246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9"/>
            <p:cNvSpPr/>
            <p:nvPr/>
          </p:nvSpPr>
          <p:spPr>
            <a:xfrm>
              <a:off x="4889009" y="3130305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9"/>
            <p:cNvSpPr/>
            <p:nvPr/>
          </p:nvSpPr>
          <p:spPr>
            <a:xfrm>
              <a:off x="4967915" y="3130305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0" y="0"/>
                  </a:moveTo>
                  <a:lnTo>
                    <a:pt x="0" y="2466"/>
                  </a:lnTo>
                  <a:lnTo>
                    <a:pt x="689" y="2466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5047777" y="3130305"/>
              <a:ext cx="53984" cy="196429"/>
            </a:xfrm>
            <a:custGeom>
              <a:rect b="b" l="l" r="r" t="t"/>
              <a:pathLst>
                <a:path extrusionOk="0" h="2467" w="678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4809067" y="3130305"/>
              <a:ext cx="54940" cy="27947"/>
            </a:xfrm>
            <a:custGeom>
              <a:rect b="b" l="l" r="r" t="t"/>
              <a:pathLst>
                <a:path extrusionOk="0" h="351" w="690">
                  <a:moveTo>
                    <a:pt x="1" y="0"/>
                  </a:moveTo>
                  <a:lnTo>
                    <a:pt x="1" y="351"/>
                  </a:lnTo>
                  <a:lnTo>
                    <a:pt x="690" y="351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9"/>
            <p:cNvSpPr/>
            <p:nvPr/>
          </p:nvSpPr>
          <p:spPr>
            <a:xfrm>
              <a:off x="4889009" y="3130305"/>
              <a:ext cx="53904" cy="27947"/>
            </a:xfrm>
            <a:custGeom>
              <a:rect b="b" l="l" r="r" t="t"/>
              <a:pathLst>
                <a:path extrusionOk="0" h="351" w="677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9"/>
            <p:cNvSpPr/>
            <p:nvPr/>
          </p:nvSpPr>
          <p:spPr>
            <a:xfrm>
              <a:off x="4967915" y="3130305"/>
              <a:ext cx="54940" cy="27947"/>
            </a:xfrm>
            <a:custGeom>
              <a:rect b="b" l="l" r="r" t="t"/>
              <a:pathLst>
                <a:path extrusionOk="0" h="351" w="690">
                  <a:moveTo>
                    <a:pt x="0" y="0"/>
                  </a:moveTo>
                  <a:lnTo>
                    <a:pt x="0" y="351"/>
                  </a:lnTo>
                  <a:lnTo>
                    <a:pt x="689" y="351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9"/>
            <p:cNvSpPr/>
            <p:nvPr/>
          </p:nvSpPr>
          <p:spPr>
            <a:xfrm>
              <a:off x="5047777" y="3130305"/>
              <a:ext cx="53984" cy="27947"/>
            </a:xfrm>
            <a:custGeom>
              <a:rect b="b" l="l" r="r" t="t"/>
              <a:pathLst>
                <a:path extrusionOk="0" h="351" w="678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9"/>
            <p:cNvSpPr/>
            <p:nvPr/>
          </p:nvSpPr>
          <p:spPr>
            <a:xfrm>
              <a:off x="4809067" y="3422841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1" y="1"/>
                  </a:moveTo>
                  <a:lnTo>
                    <a:pt x="1" y="2466"/>
                  </a:lnTo>
                  <a:lnTo>
                    <a:pt x="690" y="2466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9"/>
            <p:cNvSpPr/>
            <p:nvPr/>
          </p:nvSpPr>
          <p:spPr>
            <a:xfrm>
              <a:off x="4889009" y="3422841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9"/>
            <p:cNvSpPr/>
            <p:nvPr/>
          </p:nvSpPr>
          <p:spPr>
            <a:xfrm>
              <a:off x="4967915" y="3422841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0" y="1"/>
                  </a:moveTo>
                  <a:lnTo>
                    <a:pt x="0" y="2466"/>
                  </a:lnTo>
                  <a:lnTo>
                    <a:pt x="689" y="2466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>
              <a:off x="5047777" y="3422841"/>
              <a:ext cx="53984" cy="196429"/>
            </a:xfrm>
            <a:custGeom>
              <a:rect b="b" l="l" r="r" t="t"/>
              <a:pathLst>
                <a:path extrusionOk="0" h="2467" w="678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9"/>
            <p:cNvSpPr/>
            <p:nvPr/>
          </p:nvSpPr>
          <p:spPr>
            <a:xfrm>
              <a:off x="4809067" y="3422841"/>
              <a:ext cx="54940" cy="28027"/>
            </a:xfrm>
            <a:custGeom>
              <a:rect b="b" l="l" r="r" t="t"/>
              <a:pathLst>
                <a:path extrusionOk="0" h="352" w="690">
                  <a:moveTo>
                    <a:pt x="1" y="1"/>
                  </a:moveTo>
                  <a:lnTo>
                    <a:pt x="1" y="351"/>
                  </a:lnTo>
                  <a:lnTo>
                    <a:pt x="690" y="351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9"/>
            <p:cNvSpPr/>
            <p:nvPr/>
          </p:nvSpPr>
          <p:spPr>
            <a:xfrm>
              <a:off x="4889009" y="3422841"/>
              <a:ext cx="53904" cy="28027"/>
            </a:xfrm>
            <a:custGeom>
              <a:rect b="b" l="l" r="r" t="t"/>
              <a:pathLst>
                <a:path extrusionOk="0" h="352" w="677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>
              <a:off x="4967915" y="3422841"/>
              <a:ext cx="54940" cy="28027"/>
            </a:xfrm>
            <a:custGeom>
              <a:rect b="b" l="l" r="r" t="t"/>
              <a:pathLst>
                <a:path extrusionOk="0" h="352" w="690">
                  <a:moveTo>
                    <a:pt x="0" y="1"/>
                  </a:moveTo>
                  <a:lnTo>
                    <a:pt x="0" y="351"/>
                  </a:lnTo>
                  <a:lnTo>
                    <a:pt x="689" y="351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9"/>
            <p:cNvSpPr/>
            <p:nvPr/>
          </p:nvSpPr>
          <p:spPr>
            <a:xfrm>
              <a:off x="5047777" y="3422841"/>
              <a:ext cx="53984" cy="28027"/>
            </a:xfrm>
            <a:custGeom>
              <a:rect b="b" l="l" r="r" t="t"/>
              <a:pathLst>
                <a:path extrusionOk="0" h="352" w="678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9"/>
            <p:cNvSpPr/>
            <p:nvPr/>
          </p:nvSpPr>
          <p:spPr>
            <a:xfrm>
              <a:off x="4809067" y="3715456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1" y="0"/>
                  </a:moveTo>
                  <a:lnTo>
                    <a:pt x="1" y="2454"/>
                  </a:lnTo>
                  <a:lnTo>
                    <a:pt x="690" y="2454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9"/>
            <p:cNvSpPr/>
            <p:nvPr/>
          </p:nvSpPr>
          <p:spPr>
            <a:xfrm>
              <a:off x="4889009" y="3715456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>
              <a:off x="4967915" y="3715456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0" y="0"/>
                  </a:moveTo>
                  <a:lnTo>
                    <a:pt x="0" y="2454"/>
                  </a:lnTo>
                  <a:lnTo>
                    <a:pt x="689" y="2454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9"/>
            <p:cNvSpPr/>
            <p:nvPr/>
          </p:nvSpPr>
          <p:spPr>
            <a:xfrm>
              <a:off x="5047777" y="3715456"/>
              <a:ext cx="53984" cy="195394"/>
            </a:xfrm>
            <a:custGeom>
              <a:rect b="b" l="l" r="r" t="t"/>
              <a:pathLst>
                <a:path extrusionOk="0" h="2454" w="678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9"/>
            <p:cNvSpPr/>
            <p:nvPr/>
          </p:nvSpPr>
          <p:spPr>
            <a:xfrm>
              <a:off x="4809067" y="3715456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1" y="0"/>
                  </a:moveTo>
                  <a:lnTo>
                    <a:pt x="1" y="339"/>
                  </a:lnTo>
                  <a:lnTo>
                    <a:pt x="690" y="33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9"/>
            <p:cNvSpPr/>
            <p:nvPr/>
          </p:nvSpPr>
          <p:spPr>
            <a:xfrm>
              <a:off x="4889009" y="3715456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9"/>
            <p:cNvSpPr/>
            <p:nvPr/>
          </p:nvSpPr>
          <p:spPr>
            <a:xfrm>
              <a:off x="4967915" y="3715456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0" y="0"/>
                  </a:moveTo>
                  <a:lnTo>
                    <a:pt x="0" y="339"/>
                  </a:lnTo>
                  <a:lnTo>
                    <a:pt x="689" y="339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9"/>
            <p:cNvSpPr/>
            <p:nvPr/>
          </p:nvSpPr>
          <p:spPr>
            <a:xfrm>
              <a:off x="5047777" y="3715456"/>
              <a:ext cx="53984" cy="26992"/>
            </a:xfrm>
            <a:custGeom>
              <a:rect b="b" l="l" r="r" t="t"/>
              <a:pathLst>
                <a:path extrusionOk="0" h="339" w="678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9"/>
            <p:cNvSpPr/>
            <p:nvPr/>
          </p:nvSpPr>
          <p:spPr>
            <a:xfrm>
              <a:off x="4809067" y="4007992"/>
              <a:ext cx="54940" cy="106933"/>
            </a:xfrm>
            <a:custGeom>
              <a:rect b="b" l="l" r="r" t="t"/>
              <a:pathLst>
                <a:path extrusionOk="0" h="1343" w="690">
                  <a:moveTo>
                    <a:pt x="1" y="1"/>
                  </a:moveTo>
                  <a:lnTo>
                    <a:pt x="1" y="1342"/>
                  </a:lnTo>
                  <a:lnTo>
                    <a:pt x="690" y="1342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9"/>
            <p:cNvSpPr/>
            <p:nvPr/>
          </p:nvSpPr>
          <p:spPr>
            <a:xfrm>
              <a:off x="4889009" y="4007992"/>
              <a:ext cx="53904" cy="106933"/>
            </a:xfrm>
            <a:custGeom>
              <a:rect b="b" l="l" r="r" t="t"/>
              <a:pathLst>
                <a:path extrusionOk="0" h="1343" w="677">
                  <a:moveTo>
                    <a:pt x="0" y="1"/>
                  </a:moveTo>
                  <a:lnTo>
                    <a:pt x="0" y="1342"/>
                  </a:lnTo>
                  <a:lnTo>
                    <a:pt x="677" y="1342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9"/>
            <p:cNvSpPr/>
            <p:nvPr/>
          </p:nvSpPr>
          <p:spPr>
            <a:xfrm>
              <a:off x="4967915" y="4007992"/>
              <a:ext cx="54940" cy="106933"/>
            </a:xfrm>
            <a:custGeom>
              <a:rect b="b" l="l" r="r" t="t"/>
              <a:pathLst>
                <a:path extrusionOk="0" h="1343" w="690">
                  <a:moveTo>
                    <a:pt x="0" y="1"/>
                  </a:moveTo>
                  <a:lnTo>
                    <a:pt x="0" y="1342"/>
                  </a:lnTo>
                  <a:lnTo>
                    <a:pt x="689" y="1342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9"/>
            <p:cNvSpPr/>
            <p:nvPr/>
          </p:nvSpPr>
          <p:spPr>
            <a:xfrm>
              <a:off x="5047777" y="4007992"/>
              <a:ext cx="53984" cy="106933"/>
            </a:xfrm>
            <a:custGeom>
              <a:rect b="b" l="l" r="r" t="t"/>
              <a:pathLst>
                <a:path extrusionOk="0" h="1343" w="678">
                  <a:moveTo>
                    <a:pt x="0" y="1"/>
                  </a:moveTo>
                  <a:lnTo>
                    <a:pt x="0" y="1342"/>
                  </a:lnTo>
                  <a:lnTo>
                    <a:pt x="677" y="1342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9"/>
            <p:cNvSpPr/>
            <p:nvPr/>
          </p:nvSpPr>
          <p:spPr>
            <a:xfrm>
              <a:off x="4809067" y="4007992"/>
              <a:ext cx="54940" cy="15447"/>
            </a:xfrm>
            <a:custGeom>
              <a:rect b="b" l="l" r="r" t="t"/>
              <a:pathLst>
                <a:path extrusionOk="0" h="194" w="690">
                  <a:moveTo>
                    <a:pt x="1" y="1"/>
                  </a:moveTo>
                  <a:lnTo>
                    <a:pt x="1" y="194"/>
                  </a:lnTo>
                  <a:lnTo>
                    <a:pt x="690" y="194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9"/>
            <p:cNvSpPr/>
            <p:nvPr/>
          </p:nvSpPr>
          <p:spPr>
            <a:xfrm>
              <a:off x="4889009" y="4007992"/>
              <a:ext cx="53904" cy="15447"/>
            </a:xfrm>
            <a:custGeom>
              <a:rect b="b" l="l" r="r" t="t"/>
              <a:pathLst>
                <a:path extrusionOk="0" h="194" w="677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9"/>
            <p:cNvSpPr/>
            <p:nvPr/>
          </p:nvSpPr>
          <p:spPr>
            <a:xfrm>
              <a:off x="4967915" y="4007992"/>
              <a:ext cx="54940" cy="15447"/>
            </a:xfrm>
            <a:custGeom>
              <a:rect b="b" l="l" r="r" t="t"/>
              <a:pathLst>
                <a:path extrusionOk="0" h="194" w="690">
                  <a:moveTo>
                    <a:pt x="0" y="1"/>
                  </a:moveTo>
                  <a:lnTo>
                    <a:pt x="0" y="194"/>
                  </a:lnTo>
                  <a:lnTo>
                    <a:pt x="689" y="194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9"/>
            <p:cNvSpPr/>
            <p:nvPr/>
          </p:nvSpPr>
          <p:spPr>
            <a:xfrm>
              <a:off x="5047777" y="4007992"/>
              <a:ext cx="53984" cy="15447"/>
            </a:xfrm>
            <a:custGeom>
              <a:rect b="b" l="l" r="r" t="t"/>
              <a:pathLst>
                <a:path extrusionOk="0" h="194" w="678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9"/>
            <p:cNvSpPr/>
            <p:nvPr/>
          </p:nvSpPr>
          <p:spPr>
            <a:xfrm>
              <a:off x="5176767" y="2465291"/>
              <a:ext cx="172303" cy="209885"/>
            </a:xfrm>
            <a:custGeom>
              <a:rect b="b" l="l" r="r" t="t"/>
              <a:pathLst>
                <a:path extrusionOk="0" h="2636" w="2164">
                  <a:moveTo>
                    <a:pt x="0" y="0"/>
                  </a:moveTo>
                  <a:lnTo>
                    <a:pt x="0" y="2635"/>
                  </a:lnTo>
                  <a:lnTo>
                    <a:pt x="2164" y="2635"/>
                  </a:lnTo>
                  <a:cubicBezTo>
                    <a:pt x="1716" y="1064"/>
                    <a:pt x="919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9"/>
            <p:cNvSpPr/>
            <p:nvPr/>
          </p:nvSpPr>
          <p:spPr>
            <a:xfrm>
              <a:off x="4805245" y="2465291"/>
              <a:ext cx="372554" cy="209885"/>
            </a:xfrm>
            <a:custGeom>
              <a:rect b="b" l="l" r="r" t="t"/>
              <a:pathLst>
                <a:path extrusionOk="0" h="2636" w="4679">
                  <a:moveTo>
                    <a:pt x="4678" y="0"/>
                  </a:moveTo>
                  <a:cubicBezTo>
                    <a:pt x="2684" y="0"/>
                    <a:pt x="943" y="1040"/>
                    <a:pt x="1" y="2635"/>
                  </a:cubicBezTo>
                  <a:lnTo>
                    <a:pt x="4678" y="2635"/>
                  </a:lnTo>
                  <a:lnTo>
                    <a:pt x="4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8" name="Google Shape;1448;p29"/>
          <p:cNvGrpSpPr/>
          <p:nvPr/>
        </p:nvGrpSpPr>
        <p:grpSpPr>
          <a:xfrm>
            <a:off x="7091574" y="749247"/>
            <a:ext cx="1034652" cy="3695819"/>
            <a:chOff x="5635375" y="2221408"/>
            <a:chExt cx="638044" cy="1942204"/>
          </a:xfrm>
        </p:grpSpPr>
        <p:sp>
          <p:nvSpPr>
            <p:cNvPr id="1449" name="Google Shape;1449;p29"/>
            <p:cNvSpPr/>
            <p:nvPr/>
          </p:nvSpPr>
          <p:spPr>
            <a:xfrm>
              <a:off x="5647890" y="2332574"/>
              <a:ext cx="219718" cy="162476"/>
            </a:xfrm>
            <a:custGeom>
              <a:rect b="b" l="l" r="r" t="t"/>
              <a:pathLst>
                <a:path extrusionOk="0" h="2986" w="4038">
                  <a:moveTo>
                    <a:pt x="4038" y="0"/>
                  </a:moveTo>
                  <a:lnTo>
                    <a:pt x="1" y="1487"/>
                  </a:lnTo>
                  <a:lnTo>
                    <a:pt x="1" y="2986"/>
                  </a:lnTo>
                  <a:lnTo>
                    <a:pt x="4038" y="2986"/>
                  </a:lnTo>
                  <a:lnTo>
                    <a:pt x="40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9"/>
            <p:cNvSpPr/>
            <p:nvPr/>
          </p:nvSpPr>
          <p:spPr>
            <a:xfrm>
              <a:off x="5716940" y="2332574"/>
              <a:ext cx="220371" cy="162476"/>
            </a:xfrm>
            <a:custGeom>
              <a:rect b="b" l="l" r="r" t="t"/>
              <a:pathLst>
                <a:path extrusionOk="0" h="2986" w="4050">
                  <a:moveTo>
                    <a:pt x="4050" y="0"/>
                  </a:moveTo>
                  <a:lnTo>
                    <a:pt x="1" y="1487"/>
                  </a:lnTo>
                  <a:lnTo>
                    <a:pt x="1" y="2986"/>
                  </a:lnTo>
                  <a:lnTo>
                    <a:pt x="4050" y="2986"/>
                  </a:lnTo>
                  <a:lnTo>
                    <a:pt x="40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9"/>
            <p:cNvSpPr/>
            <p:nvPr/>
          </p:nvSpPr>
          <p:spPr>
            <a:xfrm>
              <a:off x="5647890" y="2332574"/>
              <a:ext cx="289420" cy="80911"/>
            </a:xfrm>
            <a:custGeom>
              <a:rect b="b" l="l" r="r" t="t"/>
              <a:pathLst>
                <a:path extrusionOk="0" h="1487" w="5319">
                  <a:moveTo>
                    <a:pt x="4038" y="0"/>
                  </a:moveTo>
                  <a:lnTo>
                    <a:pt x="1" y="1487"/>
                  </a:lnTo>
                  <a:lnTo>
                    <a:pt x="1270" y="1487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9"/>
            <p:cNvSpPr/>
            <p:nvPr/>
          </p:nvSpPr>
          <p:spPr>
            <a:xfrm>
              <a:off x="5900422" y="2221408"/>
              <a:ext cx="244094" cy="180922"/>
            </a:xfrm>
            <a:custGeom>
              <a:rect b="b" l="l" r="r" t="t"/>
              <a:pathLst>
                <a:path extrusionOk="0" h="3325" w="4486">
                  <a:moveTo>
                    <a:pt x="4485" y="1"/>
                  </a:moveTo>
                  <a:lnTo>
                    <a:pt x="1" y="1657"/>
                  </a:lnTo>
                  <a:lnTo>
                    <a:pt x="1" y="3325"/>
                  </a:lnTo>
                  <a:lnTo>
                    <a:pt x="4485" y="3325"/>
                  </a:lnTo>
                  <a:lnTo>
                    <a:pt x="44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9"/>
            <p:cNvSpPr/>
            <p:nvPr/>
          </p:nvSpPr>
          <p:spPr>
            <a:xfrm>
              <a:off x="5976764" y="2221408"/>
              <a:ext cx="244040" cy="180922"/>
            </a:xfrm>
            <a:custGeom>
              <a:rect b="b" l="l" r="r" t="t"/>
              <a:pathLst>
                <a:path extrusionOk="0" h="3325" w="4485">
                  <a:moveTo>
                    <a:pt x="4484" y="1"/>
                  </a:moveTo>
                  <a:lnTo>
                    <a:pt x="0" y="1657"/>
                  </a:lnTo>
                  <a:lnTo>
                    <a:pt x="0" y="3325"/>
                  </a:lnTo>
                  <a:lnTo>
                    <a:pt x="4484" y="3325"/>
                  </a:lnTo>
                  <a:lnTo>
                    <a:pt x="44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9"/>
            <p:cNvSpPr/>
            <p:nvPr/>
          </p:nvSpPr>
          <p:spPr>
            <a:xfrm>
              <a:off x="5900422" y="2221408"/>
              <a:ext cx="320381" cy="90162"/>
            </a:xfrm>
            <a:custGeom>
              <a:rect b="b" l="l" r="r" t="t"/>
              <a:pathLst>
                <a:path extrusionOk="0" h="1657" w="5888">
                  <a:moveTo>
                    <a:pt x="4485" y="1"/>
                  </a:moveTo>
                  <a:lnTo>
                    <a:pt x="1" y="1657"/>
                  </a:lnTo>
                  <a:lnTo>
                    <a:pt x="1403" y="1657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9"/>
            <p:cNvSpPr/>
            <p:nvPr/>
          </p:nvSpPr>
          <p:spPr>
            <a:xfrm>
              <a:off x="5635375" y="2485149"/>
              <a:ext cx="424962" cy="1678462"/>
            </a:xfrm>
            <a:custGeom>
              <a:rect b="b" l="l" r="r" t="t"/>
              <a:pathLst>
                <a:path extrusionOk="0" h="30847" w="7810">
                  <a:moveTo>
                    <a:pt x="1" y="0"/>
                  </a:moveTo>
                  <a:lnTo>
                    <a:pt x="1" y="30846"/>
                  </a:lnTo>
                  <a:lnTo>
                    <a:pt x="7809" y="30846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9"/>
            <p:cNvSpPr/>
            <p:nvPr/>
          </p:nvSpPr>
          <p:spPr>
            <a:xfrm>
              <a:off x="5635375" y="2485149"/>
              <a:ext cx="35586" cy="1678462"/>
            </a:xfrm>
            <a:custGeom>
              <a:rect b="b" l="l" r="r" t="t"/>
              <a:pathLst>
                <a:path extrusionOk="0" h="30847" w="654">
                  <a:moveTo>
                    <a:pt x="1" y="0"/>
                  </a:moveTo>
                  <a:lnTo>
                    <a:pt x="1" y="30846"/>
                  </a:lnTo>
                  <a:lnTo>
                    <a:pt x="654" y="30846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9"/>
            <p:cNvSpPr/>
            <p:nvPr/>
          </p:nvSpPr>
          <p:spPr>
            <a:xfrm>
              <a:off x="5635375" y="2521334"/>
              <a:ext cx="225649" cy="54"/>
            </a:xfrm>
            <a:custGeom>
              <a:rect b="b" l="l" r="r" t="t"/>
              <a:pathLst>
                <a:path extrusionOk="0" fill="none" h="1" w="4147">
                  <a:moveTo>
                    <a:pt x="1" y="0"/>
                  </a:moveTo>
                  <a:lnTo>
                    <a:pt x="4147" y="0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9"/>
            <p:cNvSpPr/>
            <p:nvPr/>
          </p:nvSpPr>
          <p:spPr>
            <a:xfrm>
              <a:off x="5848512" y="2386498"/>
              <a:ext cx="424907" cy="1773140"/>
            </a:xfrm>
            <a:custGeom>
              <a:rect b="b" l="l" r="r" t="t"/>
              <a:pathLst>
                <a:path extrusionOk="0" h="32587" w="7809">
                  <a:moveTo>
                    <a:pt x="0" y="0"/>
                  </a:moveTo>
                  <a:lnTo>
                    <a:pt x="0" y="32587"/>
                  </a:lnTo>
                  <a:lnTo>
                    <a:pt x="7808" y="32587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9"/>
            <p:cNvSpPr/>
            <p:nvPr/>
          </p:nvSpPr>
          <p:spPr>
            <a:xfrm>
              <a:off x="5848512" y="2426600"/>
              <a:ext cx="424254" cy="54"/>
            </a:xfrm>
            <a:custGeom>
              <a:rect b="b" l="l" r="r" t="t"/>
              <a:pathLst>
                <a:path extrusionOk="0" fill="none" h="1" w="7797">
                  <a:moveTo>
                    <a:pt x="0" y="1"/>
                  </a:moveTo>
                  <a:lnTo>
                    <a:pt x="7796" y="1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9"/>
            <p:cNvSpPr/>
            <p:nvPr/>
          </p:nvSpPr>
          <p:spPr>
            <a:xfrm>
              <a:off x="5697243" y="2546309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1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9"/>
            <p:cNvSpPr/>
            <p:nvPr/>
          </p:nvSpPr>
          <p:spPr>
            <a:xfrm>
              <a:off x="5697243" y="2618679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9"/>
            <p:cNvSpPr/>
            <p:nvPr/>
          </p:nvSpPr>
          <p:spPr>
            <a:xfrm>
              <a:off x="5697243" y="2689035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9"/>
            <p:cNvSpPr/>
            <p:nvPr/>
          </p:nvSpPr>
          <p:spPr>
            <a:xfrm>
              <a:off x="5697243" y="2760045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9"/>
            <p:cNvSpPr/>
            <p:nvPr/>
          </p:nvSpPr>
          <p:spPr>
            <a:xfrm>
              <a:off x="5697243" y="2830456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9"/>
            <p:cNvSpPr/>
            <p:nvPr/>
          </p:nvSpPr>
          <p:spPr>
            <a:xfrm>
              <a:off x="5729456" y="2546309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0" y="1"/>
                  </a:moveTo>
                  <a:lnTo>
                    <a:pt x="0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763627" y="2546309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1" y="1"/>
                  </a:moveTo>
                  <a:lnTo>
                    <a:pt x="1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697243" y="2961972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0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697243" y="3034288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697243" y="3105351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5697243" y="3175708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5697243" y="3247424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5729456" y="2961972"/>
              <a:ext cx="54" cy="357164"/>
            </a:xfrm>
            <a:custGeom>
              <a:rect b="b" l="l" r="r" t="t"/>
              <a:pathLst>
                <a:path extrusionOk="0" fill="none" h="6564" w="1">
                  <a:moveTo>
                    <a:pt x="0" y="0"/>
                  </a:moveTo>
                  <a:lnTo>
                    <a:pt x="0" y="6564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763627" y="2961972"/>
              <a:ext cx="54" cy="357164"/>
            </a:xfrm>
            <a:custGeom>
              <a:rect b="b" l="l" r="r" t="t"/>
              <a:pathLst>
                <a:path extrusionOk="0" fill="none" h="6564" w="1">
                  <a:moveTo>
                    <a:pt x="1" y="0"/>
                  </a:moveTo>
                  <a:lnTo>
                    <a:pt x="1" y="6564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697243" y="3378941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1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697243" y="3450604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697243" y="352166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697243" y="359267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697243" y="366308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729456" y="3378941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0" y="1"/>
                  </a:moveTo>
                  <a:lnTo>
                    <a:pt x="0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5763627" y="3378941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1" y="1"/>
                  </a:moveTo>
                  <a:lnTo>
                    <a:pt x="1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5909019" y="2452936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5909019" y="2512138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5909019" y="2462132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5951081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9"/>
            <p:cNvSpPr/>
            <p:nvPr/>
          </p:nvSpPr>
          <p:spPr>
            <a:xfrm>
              <a:off x="5995156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9"/>
            <p:cNvSpPr/>
            <p:nvPr/>
          </p:nvSpPr>
          <p:spPr>
            <a:xfrm>
              <a:off x="6038577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9"/>
            <p:cNvSpPr/>
            <p:nvPr/>
          </p:nvSpPr>
          <p:spPr>
            <a:xfrm>
              <a:off x="6082598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9"/>
            <p:cNvSpPr/>
            <p:nvPr/>
          </p:nvSpPr>
          <p:spPr>
            <a:xfrm>
              <a:off x="6126672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9"/>
            <p:cNvSpPr/>
            <p:nvPr/>
          </p:nvSpPr>
          <p:spPr>
            <a:xfrm>
              <a:off x="6170094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9"/>
            <p:cNvSpPr/>
            <p:nvPr/>
          </p:nvSpPr>
          <p:spPr>
            <a:xfrm>
              <a:off x="5909019" y="2568020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9"/>
            <p:cNvSpPr/>
            <p:nvPr/>
          </p:nvSpPr>
          <p:spPr>
            <a:xfrm>
              <a:off x="5909019" y="2627222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9"/>
            <p:cNvSpPr/>
            <p:nvPr/>
          </p:nvSpPr>
          <p:spPr>
            <a:xfrm>
              <a:off x="5909019" y="2577216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5951081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9"/>
            <p:cNvSpPr/>
            <p:nvPr/>
          </p:nvSpPr>
          <p:spPr>
            <a:xfrm>
              <a:off x="5995156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9"/>
            <p:cNvSpPr/>
            <p:nvPr/>
          </p:nvSpPr>
          <p:spPr>
            <a:xfrm>
              <a:off x="6038577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9"/>
            <p:cNvSpPr/>
            <p:nvPr/>
          </p:nvSpPr>
          <p:spPr>
            <a:xfrm>
              <a:off x="6082598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9"/>
            <p:cNvSpPr/>
            <p:nvPr/>
          </p:nvSpPr>
          <p:spPr>
            <a:xfrm>
              <a:off x="6126672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9"/>
            <p:cNvSpPr/>
            <p:nvPr/>
          </p:nvSpPr>
          <p:spPr>
            <a:xfrm>
              <a:off x="6170094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9"/>
            <p:cNvSpPr/>
            <p:nvPr/>
          </p:nvSpPr>
          <p:spPr>
            <a:xfrm>
              <a:off x="5909019" y="2683104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9"/>
            <p:cNvSpPr/>
            <p:nvPr/>
          </p:nvSpPr>
          <p:spPr>
            <a:xfrm>
              <a:off x="5909019" y="2742306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9"/>
            <p:cNvSpPr/>
            <p:nvPr/>
          </p:nvSpPr>
          <p:spPr>
            <a:xfrm>
              <a:off x="5909019" y="2692300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9"/>
            <p:cNvSpPr/>
            <p:nvPr/>
          </p:nvSpPr>
          <p:spPr>
            <a:xfrm>
              <a:off x="5951081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5995156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6038577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9"/>
            <p:cNvSpPr/>
            <p:nvPr/>
          </p:nvSpPr>
          <p:spPr>
            <a:xfrm>
              <a:off x="6082598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9"/>
            <p:cNvSpPr/>
            <p:nvPr/>
          </p:nvSpPr>
          <p:spPr>
            <a:xfrm>
              <a:off x="6126672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9"/>
            <p:cNvSpPr/>
            <p:nvPr/>
          </p:nvSpPr>
          <p:spPr>
            <a:xfrm>
              <a:off x="6170094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9"/>
            <p:cNvSpPr/>
            <p:nvPr/>
          </p:nvSpPr>
          <p:spPr>
            <a:xfrm>
              <a:off x="5909019" y="2798188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9"/>
            <p:cNvSpPr/>
            <p:nvPr/>
          </p:nvSpPr>
          <p:spPr>
            <a:xfrm>
              <a:off x="5909019" y="2857390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9"/>
            <p:cNvSpPr/>
            <p:nvPr/>
          </p:nvSpPr>
          <p:spPr>
            <a:xfrm>
              <a:off x="5909019" y="2807439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9"/>
            <p:cNvSpPr/>
            <p:nvPr/>
          </p:nvSpPr>
          <p:spPr>
            <a:xfrm>
              <a:off x="5951081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9"/>
            <p:cNvSpPr/>
            <p:nvPr/>
          </p:nvSpPr>
          <p:spPr>
            <a:xfrm>
              <a:off x="5995156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9"/>
            <p:cNvSpPr/>
            <p:nvPr/>
          </p:nvSpPr>
          <p:spPr>
            <a:xfrm>
              <a:off x="6038577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9"/>
            <p:cNvSpPr/>
            <p:nvPr/>
          </p:nvSpPr>
          <p:spPr>
            <a:xfrm>
              <a:off x="6082598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9"/>
            <p:cNvSpPr/>
            <p:nvPr/>
          </p:nvSpPr>
          <p:spPr>
            <a:xfrm>
              <a:off x="6126672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9"/>
            <p:cNvSpPr/>
            <p:nvPr/>
          </p:nvSpPr>
          <p:spPr>
            <a:xfrm>
              <a:off x="6170094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5909019" y="2913327"/>
              <a:ext cx="302588" cy="74980"/>
            </a:xfrm>
            <a:custGeom>
              <a:rect b="b" l="l" r="r" t="t"/>
              <a:pathLst>
                <a:path extrusionOk="0" h="1378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5909019" y="2972474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5909019" y="2922523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5951081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5995156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6038577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6082598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6126672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6170094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5909019" y="3028411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5909019" y="3087613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5909019" y="3037607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5951081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5995156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6038577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6082598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6126672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6170094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5909019" y="3143495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5909019" y="3202697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5909019" y="3152691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5951081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5995156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6038577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6082598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6126672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6170094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9"/>
            <p:cNvSpPr/>
            <p:nvPr/>
          </p:nvSpPr>
          <p:spPr>
            <a:xfrm>
              <a:off x="5909019" y="3258579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9"/>
            <p:cNvSpPr/>
            <p:nvPr/>
          </p:nvSpPr>
          <p:spPr>
            <a:xfrm>
              <a:off x="5909019" y="3317781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909019" y="3267775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951081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995156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6038577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6082598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6126672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6170094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909019" y="3373663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909019" y="3432865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909019" y="3382913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951081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995156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038577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6082598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6126672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6170094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909019" y="3488802"/>
              <a:ext cx="302588" cy="74980"/>
            </a:xfrm>
            <a:custGeom>
              <a:rect b="b" l="l" r="r" t="t"/>
              <a:pathLst>
                <a:path extrusionOk="0" h="1378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909019" y="3547949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09019" y="3497998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51081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995156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6038577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6082598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6126672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6170094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909019" y="3603886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09019" y="3663087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5909019" y="3613082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5951081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5995156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038577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6082598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6126672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6170094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909019" y="3718970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09019" y="3778171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09019" y="3728166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5951081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5995156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6038577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6082598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6126672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6170094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5909019" y="3834054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5909019" y="3893256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5909019" y="3843250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5951081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5995156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6038577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6082598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6126672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6170094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5909019" y="3949138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5909019" y="4008340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5909019" y="3958388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5951081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5995156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6038577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6082598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6126672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6170094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1" name="Google Shape;16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22875"/>
            <a:ext cx="8839203" cy="129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1"/>
          <p:cNvSpPr txBox="1"/>
          <p:nvPr>
            <p:ph type="title"/>
          </p:nvPr>
        </p:nvSpPr>
        <p:spPr>
          <a:xfrm>
            <a:off x="3912275" y="465075"/>
            <a:ext cx="36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Crime Incidents</a:t>
            </a:r>
            <a:r>
              <a:rPr lang="en"/>
              <a:t> </a:t>
            </a:r>
            <a:endParaRPr/>
          </a:p>
        </p:txBody>
      </p:sp>
      <p:grpSp>
        <p:nvGrpSpPr>
          <p:cNvPr id="1617" name="Google Shape;1617;p31"/>
          <p:cNvGrpSpPr/>
          <p:nvPr/>
        </p:nvGrpSpPr>
        <p:grpSpPr>
          <a:xfrm>
            <a:off x="390563" y="1215226"/>
            <a:ext cx="3331221" cy="2713046"/>
            <a:chOff x="638138" y="1226526"/>
            <a:chExt cx="3331221" cy="2713046"/>
          </a:xfrm>
        </p:grpSpPr>
        <p:grpSp>
          <p:nvGrpSpPr>
            <p:cNvPr id="1618" name="Google Shape;1618;p31"/>
            <p:cNvGrpSpPr/>
            <p:nvPr/>
          </p:nvGrpSpPr>
          <p:grpSpPr>
            <a:xfrm>
              <a:off x="1807851" y="1261932"/>
              <a:ext cx="215598" cy="2263497"/>
              <a:chOff x="-70650" y="394638"/>
              <a:chExt cx="116050" cy="1218375"/>
            </a:xfrm>
          </p:grpSpPr>
          <p:sp>
            <p:nvSpPr>
              <p:cNvPr id="1619" name="Google Shape;1619;p31"/>
              <p:cNvSpPr/>
              <p:nvPr/>
            </p:nvSpPr>
            <p:spPr>
              <a:xfrm>
                <a:off x="-70650" y="394638"/>
                <a:ext cx="35975" cy="1218375"/>
              </a:xfrm>
              <a:custGeom>
                <a:rect b="b" l="l" r="r" t="t"/>
                <a:pathLst>
                  <a:path extrusionOk="0" h="48735" w="1439">
                    <a:moveTo>
                      <a:pt x="544" y="0"/>
                    </a:moveTo>
                    <a:lnTo>
                      <a:pt x="544" y="2212"/>
                    </a:lnTo>
                    <a:lnTo>
                      <a:pt x="351" y="2212"/>
                    </a:lnTo>
                    <a:lnTo>
                      <a:pt x="351" y="4871"/>
                    </a:lnTo>
                    <a:lnTo>
                      <a:pt x="0" y="4871"/>
                    </a:lnTo>
                    <a:lnTo>
                      <a:pt x="0" y="48734"/>
                    </a:lnTo>
                    <a:lnTo>
                      <a:pt x="1438" y="48734"/>
                    </a:lnTo>
                    <a:lnTo>
                      <a:pt x="1438" y="4871"/>
                    </a:lnTo>
                    <a:lnTo>
                      <a:pt x="1088" y="4871"/>
                    </a:lnTo>
                    <a:lnTo>
                      <a:pt x="1088" y="2212"/>
                    </a:lnTo>
                    <a:lnTo>
                      <a:pt x="894" y="2212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1"/>
              <p:cNvSpPr/>
              <p:nvPr/>
            </p:nvSpPr>
            <p:spPr>
              <a:xfrm>
                <a:off x="9725" y="394638"/>
                <a:ext cx="35675" cy="1218375"/>
              </a:xfrm>
              <a:custGeom>
                <a:rect b="b" l="l" r="r" t="t"/>
                <a:pathLst>
                  <a:path extrusionOk="0" h="48735" w="1427">
                    <a:moveTo>
                      <a:pt x="544" y="0"/>
                    </a:moveTo>
                    <a:lnTo>
                      <a:pt x="544" y="2212"/>
                    </a:lnTo>
                    <a:lnTo>
                      <a:pt x="339" y="2212"/>
                    </a:lnTo>
                    <a:lnTo>
                      <a:pt x="339" y="4871"/>
                    </a:lnTo>
                    <a:lnTo>
                      <a:pt x="0" y="4871"/>
                    </a:lnTo>
                    <a:lnTo>
                      <a:pt x="0" y="48734"/>
                    </a:lnTo>
                    <a:lnTo>
                      <a:pt x="1426" y="48734"/>
                    </a:lnTo>
                    <a:lnTo>
                      <a:pt x="1426" y="4871"/>
                    </a:lnTo>
                    <a:lnTo>
                      <a:pt x="1088" y="4871"/>
                    </a:lnTo>
                    <a:lnTo>
                      <a:pt x="1088" y="2212"/>
                    </a:lnTo>
                    <a:lnTo>
                      <a:pt x="883" y="2212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1" name="Google Shape;1621;p31"/>
            <p:cNvGrpSpPr/>
            <p:nvPr/>
          </p:nvGrpSpPr>
          <p:grpSpPr>
            <a:xfrm>
              <a:off x="1028666" y="2338244"/>
              <a:ext cx="1667628" cy="1400617"/>
              <a:chOff x="952475" y="1661424"/>
              <a:chExt cx="2473491" cy="2077451"/>
            </a:xfrm>
          </p:grpSpPr>
          <p:sp>
            <p:nvSpPr>
              <p:cNvPr id="1622" name="Google Shape;1622;p31"/>
              <p:cNvSpPr/>
              <p:nvPr/>
            </p:nvSpPr>
            <p:spPr>
              <a:xfrm>
                <a:off x="1156260" y="1661424"/>
                <a:ext cx="1671064" cy="413016"/>
              </a:xfrm>
              <a:custGeom>
                <a:rect b="b" l="l" r="r" t="t"/>
                <a:pathLst>
                  <a:path extrusionOk="0" h="3869" w="15654">
                    <a:moveTo>
                      <a:pt x="1923" y="0"/>
                    </a:moveTo>
                    <a:lnTo>
                      <a:pt x="1" y="3868"/>
                    </a:lnTo>
                    <a:lnTo>
                      <a:pt x="13744" y="3868"/>
                    </a:lnTo>
                    <a:lnTo>
                      <a:pt x="15653" y="0"/>
                    </a:lnTo>
                    <a:close/>
                  </a:path>
                </a:pathLst>
              </a:custGeom>
              <a:solidFill>
                <a:srgbClr val="E3AF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1"/>
              <p:cNvSpPr/>
              <p:nvPr/>
            </p:nvSpPr>
            <p:spPr>
              <a:xfrm>
                <a:off x="1202696" y="2074330"/>
                <a:ext cx="736895" cy="1660603"/>
              </a:xfrm>
              <a:custGeom>
                <a:rect b="b" l="l" r="r" t="t"/>
                <a:pathLst>
                  <a:path extrusionOk="0" h="15556" w="6903">
                    <a:moveTo>
                      <a:pt x="1" y="0"/>
                    </a:moveTo>
                    <a:lnTo>
                      <a:pt x="1" y="15556"/>
                    </a:lnTo>
                    <a:lnTo>
                      <a:pt x="6903" y="15556"/>
                    </a:lnTo>
                    <a:lnTo>
                      <a:pt x="69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1"/>
              <p:cNvSpPr/>
              <p:nvPr/>
            </p:nvSpPr>
            <p:spPr>
              <a:xfrm>
                <a:off x="1437544" y="2341417"/>
                <a:ext cx="264633" cy="381951"/>
              </a:xfrm>
              <a:custGeom>
                <a:rect b="b" l="l" r="r" t="t"/>
                <a:pathLst>
                  <a:path extrusionOk="0" fill="none" h="3578" w="2479">
                    <a:moveTo>
                      <a:pt x="1" y="0"/>
                    </a:moveTo>
                    <a:lnTo>
                      <a:pt x="2479" y="0"/>
                    </a:lnTo>
                    <a:lnTo>
                      <a:pt x="2479" y="3578"/>
                    </a:lnTo>
                    <a:lnTo>
                      <a:pt x="1" y="357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1"/>
              <p:cNvSpPr/>
              <p:nvPr/>
            </p:nvSpPr>
            <p:spPr>
              <a:xfrm>
                <a:off x="1454304" y="2354227"/>
                <a:ext cx="233676" cy="367860"/>
              </a:xfrm>
              <a:custGeom>
                <a:rect b="b" l="l" r="r" t="t"/>
                <a:pathLst>
                  <a:path extrusionOk="0" h="3446" w="2189">
                    <a:moveTo>
                      <a:pt x="1" y="1"/>
                    </a:moveTo>
                    <a:lnTo>
                      <a:pt x="1" y="3446"/>
                    </a:lnTo>
                    <a:lnTo>
                      <a:pt x="2189" y="3446"/>
                    </a:lnTo>
                    <a:lnTo>
                      <a:pt x="2189" y="1"/>
                    </a:ln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1"/>
              <p:cNvSpPr/>
              <p:nvPr/>
            </p:nvSpPr>
            <p:spPr>
              <a:xfrm>
                <a:off x="1437544" y="2390415"/>
                <a:ext cx="265914" cy="107"/>
              </a:xfrm>
              <a:custGeom>
                <a:rect b="b" l="l" r="r" t="t"/>
                <a:pathLst>
                  <a:path extrusionOk="0" fill="none" h="1" w="2491">
                    <a:moveTo>
                      <a:pt x="1" y="0"/>
                    </a:moveTo>
                    <a:lnTo>
                      <a:pt x="2491" y="0"/>
                    </a:lnTo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1"/>
              <p:cNvSpPr/>
              <p:nvPr/>
            </p:nvSpPr>
            <p:spPr>
              <a:xfrm>
                <a:off x="1570447" y="2341417"/>
                <a:ext cx="107" cy="299434"/>
              </a:xfrm>
              <a:custGeom>
                <a:rect b="b" l="l" r="r" t="t"/>
                <a:pathLst>
                  <a:path extrusionOk="0" fill="none" h="2805" w="1">
                    <a:moveTo>
                      <a:pt x="1" y="0"/>
                    </a:moveTo>
                    <a:lnTo>
                      <a:pt x="1" y="2804"/>
                    </a:lnTo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1"/>
              <p:cNvSpPr/>
              <p:nvPr/>
            </p:nvSpPr>
            <p:spPr>
              <a:xfrm>
                <a:off x="1262048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1"/>
              <p:cNvSpPr/>
              <p:nvPr/>
            </p:nvSpPr>
            <p:spPr>
              <a:xfrm>
                <a:off x="1877565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0" y="0"/>
                    </a:moveTo>
                    <a:lnTo>
                      <a:pt x="0" y="15568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1"/>
              <p:cNvSpPr/>
              <p:nvPr/>
            </p:nvSpPr>
            <p:spPr>
              <a:xfrm>
                <a:off x="952475" y="3487158"/>
                <a:ext cx="960003" cy="249048"/>
              </a:xfrm>
              <a:custGeom>
                <a:rect b="b" l="l" r="r" t="t"/>
                <a:pathLst>
                  <a:path extrusionOk="0" h="2333" w="8993">
                    <a:moveTo>
                      <a:pt x="1753" y="0"/>
                    </a:moveTo>
                    <a:lnTo>
                      <a:pt x="1753" y="580"/>
                    </a:lnTo>
                    <a:lnTo>
                      <a:pt x="1185" y="580"/>
                    </a:lnTo>
                    <a:lnTo>
                      <a:pt x="1185" y="1161"/>
                    </a:lnTo>
                    <a:lnTo>
                      <a:pt x="592" y="1161"/>
                    </a:lnTo>
                    <a:lnTo>
                      <a:pt x="592" y="1753"/>
                    </a:lnTo>
                    <a:lnTo>
                      <a:pt x="0" y="1753"/>
                    </a:lnTo>
                    <a:lnTo>
                      <a:pt x="0" y="2333"/>
                    </a:lnTo>
                    <a:lnTo>
                      <a:pt x="8993" y="2333"/>
                    </a:lnTo>
                    <a:lnTo>
                      <a:pt x="89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1"/>
              <p:cNvSpPr/>
              <p:nvPr/>
            </p:nvSpPr>
            <p:spPr>
              <a:xfrm>
                <a:off x="1202696" y="2617471"/>
                <a:ext cx="736895" cy="111127"/>
              </a:xfrm>
              <a:custGeom>
                <a:rect b="b" l="l" r="r" t="t"/>
                <a:pathLst>
                  <a:path extrusionOk="0" h="1041" w="6903">
                    <a:moveTo>
                      <a:pt x="1" y="1"/>
                    </a:moveTo>
                    <a:lnTo>
                      <a:pt x="1" y="1040"/>
                    </a:lnTo>
                    <a:lnTo>
                      <a:pt x="6903" y="1040"/>
                    </a:lnTo>
                    <a:lnTo>
                      <a:pt x="69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1"/>
              <p:cNvSpPr/>
              <p:nvPr/>
            </p:nvSpPr>
            <p:spPr>
              <a:xfrm>
                <a:off x="1942042" y="2065257"/>
                <a:ext cx="1467172" cy="1672346"/>
              </a:xfrm>
              <a:custGeom>
                <a:rect b="b" l="l" r="r" t="t"/>
                <a:pathLst>
                  <a:path extrusionOk="0" h="15666" w="13744">
                    <a:moveTo>
                      <a:pt x="1" y="0"/>
                    </a:moveTo>
                    <a:lnTo>
                      <a:pt x="1" y="15665"/>
                    </a:lnTo>
                    <a:lnTo>
                      <a:pt x="13743" y="15665"/>
                    </a:lnTo>
                    <a:lnTo>
                      <a:pt x="137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1"/>
              <p:cNvSpPr/>
              <p:nvPr/>
            </p:nvSpPr>
            <p:spPr>
              <a:xfrm>
                <a:off x="1942042" y="3365890"/>
                <a:ext cx="1467172" cy="372985"/>
              </a:xfrm>
              <a:custGeom>
                <a:rect b="b" l="l" r="r" t="t"/>
                <a:pathLst>
                  <a:path extrusionOk="0" h="3494" w="13744">
                    <a:moveTo>
                      <a:pt x="1" y="0"/>
                    </a:moveTo>
                    <a:lnTo>
                      <a:pt x="1" y="3493"/>
                    </a:lnTo>
                    <a:lnTo>
                      <a:pt x="13743" y="3493"/>
                    </a:lnTo>
                    <a:lnTo>
                      <a:pt x="137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1"/>
              <p:cNvSpPr/>
              <p:nvPr/>
            </p:nvSpPr>
            <p:spPr>
              <a:xfrm>
                <a:off x="2001394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1"/>
              <p:cNvSpPr/>
              <p:nvPr/>
            </p:nvSpPr>
            <p:spPr>
              <a:xfrm>
                <a:off x="3334267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0" y="0"/>
                    </a:moveTo>
                    <a:lnTo>
                      <a:pt x="0" y="15568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1"/>
              <p:cNvSpPr/>
              <p:nvPr/>
            </p:nvSpPr>
            <p:spPr>
              <a:xfrm>
                <a:off x="1939480" y="2657502"/>
                <a:ext cx="1465891" cy="161406"/>
              </a:xfrm>
              <a:custGeom>
                <a:rect b="b" l="l" r="r" t="t"/>
                <a:pathLst>
                  <a:path extrusionOk="0" h="1512" w="13732">
                    <a:moveTo>
                      <a:pt x="1" y="0"/>
                    </a:moveTo>
                    <a:lnTo>
                      <a:pt x="1" y="1511"/>
                    </a:lnTo>
                    <a:lnTo>
                      <a:pt x="13731" y="1511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1"/>
              <p:cNvSpPr/>
              <p:nvPr/>
            </p:nvSpPr>
            <p:spPr>
              <a:xfrm>
                <a:off x="1735588" y="1661424"/>
                <a:ext cx="1671065" cy="413016"/>
              </a:xfrm>
              <a:custGeom>
                <a:rect b="b" l="l" r="r" t="t"/>
                <a:pathLst>
                  <a:path extrusionOk="0" h="3869" w="15654">
                    <a:moveTo>
                      <a:pt x="1" y="0"/>
                    </a:moveTo>
                    <a:lnTo>
                      <a:pt x="1911" y="3868"/>
                    </a:lnTo>
                    <a:lnTo>
                      <a:pt x="15653" y="3868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31"/>
              <p:cNvSpPr/>
              <p:nvPr/>
            </p:nvSpPr>
            <p:spPr>
              <a:xfrm>
                <a:off x="182717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1"/>
              <p:cNvSpPr/>
              <p:nvPr/>
            </p:nvSpPr>
            <p:spPr>
              <a:xfrm>
                <a:off x="1913646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1"/>
              <p:cNvSpPr/>
              <p:nvPr/>
            </p:nvSpPr>
            <p:spPr>
              <a:xfrm>
                <a:off x="2001394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0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1"/>
              <p:cNvSpPr/>
              <p:nvPr/>
            </p:nvSpPr>
            <p:spPr>
              <a:xfrm>
                <a:off x="2087861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0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1"/>
              <p:cNvSpPr/>
              <p:nvPr/>
            </p:nvSpPr>
            <p:spPr>
              <a:xfrm>
                <a:off x="217304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1"/>
              <p:cNvSpPr/>
              <p:nvPr/>
            </p:nvSpPr>
            <p:spPr>
              <a:xfrm>
                <a:off x="2260795" y="1661424"/>
                <a:ext cx="205174" cy="413016"/>
              </a:xfrm>
              <a:custGeom>
                <a:rect b="b" l="l" r="r" t="t"/>
                <a:pathLst>
                  <a:path extrusionOk="0" fill="none" h="3869" w="1922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31"/>
              <p:cNvSpPr/>
              <p:nvPr/>
            </p:nvSpPr>
            <p:spPr>
              <a:xfrm>
                <a:off x="2348543" y="1661424"/>
                <a:ext cx="203892" cy="413016"/>
              </a:xfrm>
              <a:custGeom>
                <a:rect b="b" l="l" r="r" t="t"/>
                <a:pathLst>
                  <a:path extrusionOk="0" fill="none" h="3869" w="1910">
                    <a:moveTo>
                      <a:pt x="1910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1"/>
              <p:cNvSpPr/>
              <p:nvPr/>
            </p:nvSpPr>
            <p:spPr>
              <a:xfrm>
                <a:off x="2434903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1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1"/>
              <p:cNvSpPr/>
              <p:nvPr/>
            </p:nvSpPr>
            <p:spPr>
              <a:xfrm>
                <a:off x="252008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1"/>
              <p:cNvSpPr/>
              <p:nvPr/>
            </p:nvSpPr>
            <p:spPr>
              <a:xfrm>
                <a:off x="260783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1"/>
              <p:cNvSpPr/>
              <p:nvPr/>
            </p:nvSpPr>
            <p:spPr>
              <a:xfrm>
                <a:off x="2694304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1"/>
              <p:cNvSpPr/>
              <p:nvPr/>
            </p:nvSpPr>
            <p:spPr>
              <a:xfrm>
                <a:off x="2782052" y="1661424"/>
                <a:ext cx="202611" cy="413016"/>
              </a:xfrm>
              <a:custGeom>
                <a:rect b="b" l="l" r="r" t="t"/>
                <a:pathLst>
                  <a:path extrusionOk="0" fill="none" h="3869" w="1898">
                    <a:moveTo>
                      <a:pt x="1898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31"/>
              <p:cNvSpPr/>
              <p:nvPr/>
            </p:nvSpPr>
            <p:spPr>
              <a:xfrm>
                <a:off x="2868519" y="1661424"/>
                <a:ext cx="203892" cy="413016"/>
              </a:xfrm>
              <a:custGeom>
                <a:rect b="b" l="l" r="r" t="t"/>
                <a:pathLst>
                  <a:path extrusionOk="0" fill="none" h="3869" w="1910">
                    <a:moveTo>
                      <a:pt x="1910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31"/>
              <p:cNvSpPr/>
              <p:nvPr/>
            </p:nvSpPr>
            <p:spPr>
              <a:xfrm>
                <a:off x="295359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1"/>
              <p:cNvSpPr/>
              <p:nvPr/>
            </p:nvSpPr>
            <p:spPr>
              <a:xfrm>
                <a:off x="304134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1"/>
              <p:cNvSpPr/>
              <p:nvPr/>
            </p:nvSpPr>
            <p:spPr>
              <a:xfrm>
                <a:off x="3129095" y="1661424"/>
                <a:ext cx="202718" cy="413016"/>
              </a:xfrm>
              <a:custGeom>
                <a:rect b="b" l="l" r="r" t="t"/>
                <a:pathLst>
                  <a:path extrusionOk="0" fill="none" h="3869" w="1899">
                    <a:moveTo>
                      <a:pt x="1898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1"/>
              <p:cNvSpPr/>
              <p:nvPr/>
            </p:nvSpPr>
            <p:spPr>
              <a:xfrm>
                <a:off x="1735588" y="1661424"/>
                <a:ext cx="1480089" cy="28502"/>
              </a:xfrm>
              <a:custGeom>
                <a:rect b="b" l="l" r="r" t="t"/>
                <a:pathLst>
                  <a:path extrusionOk="0" h="267" w="13865">
                    <a:moveTo>
                      <a:pt x="1" y="0"/>
                    </a:moveTo>
                    <a:lnTo>
                      <a:pt x="134" y="266"/>
                    </a:lnTo>
                    <a:lnTo>
                      <a:pt x="13864" y="266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1"/>
              <p:cNvSpPr/>
              <p:nvPr/>
            </p:nvSpPr>
            <p:spPr>
              <a:xfrm>
                <a:off x="3176812" y="1661424"/>
                <a:ext cx="249155" cy="413016"/>
              </a:xfrm>
              <a:custGeom>
                <a:rect b="b" l="l" r="r" t="t"/>
                <a:pathLst>
                  <a:path extrusionOk="0" h="3869" w="2334">
                    <a:moveTo>
                      <a:pt x="1" y="0"/>
                    </a:moveTo>
                    <a:lnTo>
                      <a:pt x="1923" y="3868"/>
                    </a:lnTo>
                    <a:lnTo>
                      <a:pt x="2334" y="3868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31"/>
              <p:cNvSpPr/>
              <p:nvPr/>
            </p:nvSpPr>
            <p:spPr>
              <a:xfrm>
                <a:off x="1202696" y="2074330"/>
                <a:ext cx="2203961" cy="64584"/>
              </a:xfrm>
              <a:custGeom>
                <a:rect b="b" l="l" r="r" t="t"/>
                <a:pathLst>
                  <a:path extrusionOk="0" h="605" w="20646">
                    <a:moveTo>
                      <a:pt x="1" y="0"/>
                    </a:moveTo>
                    <a:lnTo>
                      <a:pt x="1" y="604"/>
                    </a:lnTo>
                    <a:lnTo>
                      <a:pt x="20645" y="604"/>
                    </a:lnTo>
                    <a:lnTo>
                      <a:pt x="206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1"/>
              <p:cNvSpPr/>
              <p:nvPr/>
            </p:nvSpPr>
            <p:spPr>
              <a:xfrm>
                <a:off x="1202696" y="1689819"/>
                <a:ext cx="695583" cy="384620"/>
              </a:xfrm>
              <a:custGeom>
                <a:rect b="b" l="l" r="r" t="t"/>
                <a:pathLst>
                  <a:path extrusionOk="0" h="3603" w="6516">
                    <a:moveTo>
                      <a:pt x="1766" y="0"/>
                    </a:moveTo>
                    <a:lnTo>
                      <a:pt x="1" y="3602"/>
                    </a:lnTo>
                    <a:lnTo>
                      <a:pt x="6516" y="3602"/>
                    </a:lnTo>
                    <a:lnTo>
                      <a:pt x="47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1"/>
              <p:cNvSpPr/>
              <p:nvPr/>
            </p:nvSpPr>
            <p:spPr>
              <a:xfrm>
                <a:off x="1117616" y="2638180"/>
                <a:ext cx="821975" cy="180728"/>
              </a:xfrm>
              <a:custGeom>
                <a:rect b="b" l="l" r="r" t="t"/>
                <a:pathLst>
                  <a:path extrusionOk="0" h="1693" w="7700">
                    <a:moveTo>
                      <a:pt x="0" y="0"/>
                    </a:moveTo>
                    <a:lnTo>
                      <a:pt x="798" y="1692"/>
                    </a:lnTo>
                    <a:lnTo>
                      <a:pt x="7700" y="1692"/>
                    </a:lnTo>
                    <a:lnTo>
                      <a:pt x="7700" y="0"/>
                    </a:lnTo>
                    <a:close/>
                  </a:path>
                </a:pathLst>
              </a:custGeom>
              <a:solidFill>
                <a:srgbClr val="E3AF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1"/>
              <p:cNvSpPr/>
              <p:nvPr/>
            </p:nvSpPr>
            <p:spPr>
              <a:xfrm>
                <a:off x="1117616" y="2638180"/>
                <a:ext cx="821975" cy="19428"/>
              </a:xfrm>
              <a:custGeom>
                <a:rect b="b" l="l" r="r" t="t"/>
                <a:pathLst>
                  <a:path extrusionOk="0" h="182" w="7700">
                    <a:moveTo>
                      <a:pt x="0" y="0"/>
                    </a:moveTo>
                    <a:lnTo>
                      <a:pt x="85" y="181"/>
                    </a:lnTo>
                    <a:lnTo>
                      <a:pt x="7700" y="181"/>
                    </a:lnTo>
                    <a:lnTo>
                      <a:pt x="77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1"/>
              <p:cNvSpPr/>
              <p:nvPr/>
            </p:nvSpPr>
            <p:spPr>
              <a:xfrm>
                <a:off x="1854294" y="2638180"/>
                <a:ext cx="85293" cy="180728"/>
              </a:xfrm>
              <a:custGeom>
                <a:rect b="b" l="l" r="r" t="t"/>
                <a:pathLst>
                  <a:path extrusionOk="0" h="1693" w="799">
                    <a:moveTo>
                      <a:pt x="1" y="0"/>
                    </a:moveTo>
                    <a:lnTo>
                      <a:pt x="799" y="1692"/>
                    </a:lnTo>
                    <a:lnTo>
                      <a:pt x="7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1"/>
              <p:cNvSpPr/>
              <p:nvPr/>
            </p:nvSpPr>
            <p:spPr>
              <a:xfrm>
                <a:off x="1939480" y="2638180"/>
                <a:ext cx="1477420" cy="19428"/>
              </a:xfrm>
              <a:custGeom>
                <a:rect b="b" l="l" r="r" t="t"/>
                <a:pathLst>
                  <a:path extrusionOk="0" h="182" w="13840">
                    <a:moveTo>
                      <a:pt x="1" y="0"/>
                    </a:moveTo>
                    <a:lnTo>
                      <a:pt x="1" y="181"/>
                    </a:lnTo>
                    <a:lnTo>
                      <a:pt x="13840" y="181"/>
                    </a:lnTo>
                    <a:lnTo>
                      <a:pt x="13840" y="0"/>
                    </a:lnTo>
                    <a:close/>
                  </a:path>
                </a:pathLst>
              </a:custGeom>
              <a:solidFill>
                <a:srgbClr val="C274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1"/>
              <p:cNvSpPr/>
              <p:nvPr/>
            </p:nvSpPr>
            <p:spPr>
              <a:xfrm>
                <a:off x="1939480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1"/>
              <p:cNvSpPr/>
              <p:nvPr/>
            </p:nvSpPr>
            <p:spPr>
              <a:xfrm>
                <a:off x="1330475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1"/>
              <p:cNvSpPr/>
              <p:nvPr/>
            </p:nvSpPr>
            <p:spPr>
              <a:xfrm>
                <a:off x="1416941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1"/>
              <p:cNvSpPr/>
              <p:nvPr/>
            </p:nvSpPr>
            <p:spPr>
              <a:xfrm>
                <a:off x="1502127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1"/>
              <p:cNvSpPr/>
              <p:nvPr/>
            </p:nvSpPr>
            <p:spPr>
              <a:xfrm>
                <a:off x="1589875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1"/>
              <p:cNvSpPr/>
              <p:nvPr/>
            </p:nvSpPr>
            <p:spPr>
              <a:xfrm>
                <a:off x="1677517" y="2866517"/>
                <a:ext cx="47931" cy="10462"/>
              </a:xfrm>
              <a:custGeom>
                <a:rect b="b" l="l" r="r" t="t"/>
                <a:pathLst>
                  <a:path extrusionOk="0" h="98" w="449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1"/>
              <p:cNvSpPr/>
              <p:nvPr/>
            </p:nvSpPr>
            <p:spPr>
              <a:xfrm>
                <a:off x="1763984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1"/>
              <p:cNvSpPr/>
              <p:nvPr/>
            </p:nvSpPr>
            <p:spPr>
              <a:xfrm>
                <a:off x="2085299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1"/>
              <p:cNvSpPr/>
              <p:nvPr/>
            </p:nvSpPr>
            <p:spPr>
              <a:xfrm>
                <a:off x="2170485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1"/>
              <p:cNvSpPr/>
              <p:nvPr/>
            </p:nvSpPr>
            <p:spPr>
              <a:xfrm>
                <a:off x="2258233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7" y="97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1"/>
              <p:cNvSpPr/>
              <p:nvPr/>
            </p:nvSpPr>
            <p:spPr>
              <a:xfrm>
                <a:off x="2344593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1"/>
              <p:cNvSpPr/>
              <p:nvPr/>
            </p:nvSpPr>
            <p:spPr>
              <a:xfrm>
                <a:off x="2431060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1"/>
              <p:cNvSpPr/>
              <p:nvPr/>
            </p:nvSpPr>
            <p:spPr>
              <a:xfrm>
                <a:off x="2518808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1"/>
              <p:cNvSpPr/>
              <p:nvPr/>
            </p:nvSpPr>
            <p:spPr>
              <a:xfrm>
                <a:off x="2603994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1"/>
              <p:cNvSpPr/>
              <p:nvPr/>
            </p:nvSpPr>
            <p:spPr>
              <a:xfrm>
                <a:off x="2691742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7" y="97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1"/>
              <p:cNvSpPr/>
              <p:nvPr/>
            </p:nvSpPr>
            <p:spPr>
              <a:xfrm>
                <a:off x="2778103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1"/>
              <p:cNvSpPr/>
              <p:nvPr/>
            </p:nvSpPr>
            <p:spPr>
              <a:xfrm>
                <a:off x="2865851" y="2866517"/>
                <a:ext cx="47931" cy="10462"/>
              </a:xfrm>
              <a:custGeom>
                <a:rect b="b" l="l" r="r" t="t"/>
                <a:pathLst>
                  <a:path extrusionOk="0" h="98" w="449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1"/>
              <p:cNvSpPr/>
              <p:nvPr/>
            </p:nvSpPr>
            <p:spPr>
              <a:xfrm>
                <a:off x="2951037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1"/>
              <p:cNvSpPr/>
              <p:nvPr/>
            </p:nvSpPr>
            <p:spPr>
              <a:xfrm>
                <a:off x="3038785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1"/>
              <p:cNvSpPr/>
              <p:nvPr/>
            </p:nvSpPr>
            <p:spPr>
              <a:xfrm>
                <a:off x="3125252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31"/>
              <p:cNvSpPr/>
              <p:nvPr/>
            </p:nvSpPr>
            <p:spPr>
              <a:xfrm>
                <a:off x="3211719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1"/>
              <p:cNvSpPr/>
              <p:nvPr/>
            </p:nvSpPr>
            <p:spPr>
              <a:xfrm>
                <a:off x="2085299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1"/>
              <p:cNvSpPr/>
              <p:nvPr/>
            </p:nvSpPr>
            <p:spPr>
              <a:xfrm>
                <a:off x="2170485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59" y="85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1"/>
              <p:cNvSpPr/>
              <p:nvPr/>
            </p:nvSpPr>
            <p:spPr>
              <a:xfrm>
                <a:off x="2258233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7" y="85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1"/>
              <p:cNvSpPr/>
              <p:nvPr/>
            </p:nvSpPr>
            <p:spPr>
              <a:xfrm>
                <a:off x="2344593" y="2178838"/>
                <a:ext cx="49212" cy="9074"/>
              </a:xfrm>
              <a:custGeom>
                <a:rect b="b" l="l" r="r" t="t"/>
                <a:pathLst>
                  <a:path extrusionOk="0" h="85" w="461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1"/>
              <p:cNvSpPr/>
              <p:nvPr/>
            </p:nvSpPr>
            <p:spPr>
              <a:xfrm>
                <a:off x="2431060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1"/>
              <p:cNvSpPr/>
              <p:nvPr/>
            </p:nvSpPr>
            <p:spPr>
              <a:xfrm>
                <a:off x="2518808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1"/>
              <p:cNvSpPr/>
              <p:nvPr/>
            </p:nvSpPr>
            <p:spPr>
              <a:xfrm>
                <a:off x="2603994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1"/>
              <p:cNvSpPr/>
              <p:nvPr/>
            </p:nvSpPr>
            <p:spPr>
              <a:xfrm>
                <a:off x="2691742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7" y="85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1"/>
              <p:cNvSpPr/>
              <p:nvPr/>
            </p:nvSpPr>
            <p:spPr>
              <a:xfrm>
                <a:off x="2778103" y="2178838"/>
                <a:ext cx="49212" cy="9074"/>
              </a:xfrm>
              <a:custGeom>
                <a:rect b="b" l="l" r="r" t="t"/>
                <a:pathLst>
                  <a:path extrusionOk="0" h="85" w="461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1"/>
              <p:cNvSpPr/>
              <p:nvPr/>
            </p:nvSpPr>
            <p:spPr>
              <a:xfrm>
                <a:off x="2865851" y="2178838"/>
                <a:ext cx="47931" cy="9074"/>
              </a:xfrm>
              <a:custGeom>
                <a:rect b="b" l="l" r="r" t="t"/>
                <a:pathLst>
                  <a:path extrusionOk="0" h="85" w="449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1"/>
              <p:cNvSpPr/>
              <p:nvPr/>
            </p:nvSpPr>
            <p:spPr>
              <a:xfrm>
                <a:off x="2951037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1"/>
              <p:cNvSpPr/>
              <p:nvPr/>
            </p:nvSpPr>
            <p:spPr>
              <a:xfrm>
                <a:off x="3038785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1"/>
              <p:cNvSpPr/>
              <p:nvPr/>
            </p:nvSpPr>
            <p:spPr>
              <a:xfrm>
                <a:off x="3125252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1"/>
              <p:cNvSpPr/>
              <p:nvPr/>
            </p:nvSpPr>
            <p:spPr>
              <a:xfrm>
                <a:off x="3211719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59" y="85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1"/>
              <p:cNvSpPr/>
              <p:nvPr/>
            </p:nvSpPr>
            <p:spPr>
              <a:xfrm>
                <a:off x="1686590" y="3487158"/>
                <a:ext cx="250435" cy="249048"/>
              </a:xfrm>
              <a:custGeom>
                <a:rect b="b" l="l" r="r" t="t"/>
                <a:pathLst>
                  <a:path extrusionOk="0" h="2333" w="2346">
                    <a:moveTo>
                      <a:pt x="1765" y="0"/>
                    </a:moveTo>
                    <a:lnTo>
                      <a:pt x="1765" y="580"/>
                    </a:lnTo>
                    <a:lnTo>
                      <a:pt x="1185" y="580"/>
                    </a:lnTo>
                    <a:lnTo>
                      <a:pt x="1185" y="1161"/>
                    </a:lnTo>
                    <a:lnTo>
                      <a:pt x="593" y="1161"/>
                    </a:lnTo>
                    <a:lnTo>
                      <a:pt x="593" y="1753"/>
                    </a:lnTo>
                    <a:lnTo>
                      <a:pt x="1" y="1753"/>
                    </a:lnTo>
                    <a:lnTo>
                      <a:pt x="1" y="2333"/>
                    </a:lnTo>
                    <a:lnTo>
                      <a:pt x="2345" y="2333"/>
                    </a:lnTo>
                    <a:lnTo>
                      <a:pt x="23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1"/>
              <p:cNvSpPr/>
              <p:nvPr/>
            </p:nvSpPr>
            <p:spPr>
              <a:xfrm>
                <a:off x="1157541" y="3549072"/>
                <a:ext cx="655658" cy="107"/>
              </a:xfrm>
              <a:custGeom>
                <a:rect b="b" l="l" r="r" t="t"/>
                <a:pathLst>
                  <a:path extrusionOk="0" fill="none" h="1" w="6142">
                    <a:moveTo>
                      <a:pt x="6141" y="0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1"/>
              <p:cNvSpPr/>
              <p:nvPr/>
            </p:nvSpPr>
            <p:spPr>
              <a:xfrm>
                <a:off x="1096907" y="3610987"/>
                <a:ext cx="652990" cy="107"/>
              </a:xfrm>
              <a:custGeom>
                <a:rect b="b" l="l" r="r" t="t"/>
                <a:pathLst>
                  <a:path extrusionOk="0" fill="none" h="1" w="6117">
                    <a:moveTo>
                      <a:pt x="6117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1"/>
              <p:cNvSpPr/>
              <p:nvPr/>
            </p:nvSpPr>
            <p:spPr>
              <a:xfrm>
                <a:off x="1032430" y="3672901"/>
                <a:ext cx="654271" cy="107"/>
              </a:xfrm>
              <a:custGeom>
                <a:rect b="b" l="l" r="r" t="t"/>
                <a:pathLst>
                  <a:path extrusionOk="0" fill="none" h="1" w="6129">
                    <a:moveTo>
                      <a:pt x="6129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>
                <a:off x="1415660" y="3088449"/>
                <a:ext cx="309789" cy="398818"/>
              </a:xfrm>
              <a:custGeom>
                <a:rect b="b" l="l" r="r" t="t"/>
                <a:pathLst>
                  <a:path extrusionOk="0" h="3736" w="2902">
                    <a:moveTo>
                      <a:pt x="1451" y="0"/>
                    </a:moveTo>
                    <a:cubicBezTo>
                      <a:pt x="653" y="0"/>
                      <a:pt x="0" y="653"/>
                      <a:pt x="0" y="1451"/>
                    </a:cubicBezTo>
                    <a:lnTo>
                      <a:pt x="0" y="3735"/>
                    </a:lnTo>
                    <a:lnTo>
                      <a:pt x="2889" y="3735"/>
                    </a:lnTo>
                    <a:lnTo>
                      <a:pt x="2889" y="1451"/>
                    </a:lnTo>
                    <a:cubicBezTo>
                      <a:pt x="2901" y="653"/>
                      <a:pt x="2248" y="0"/>
                      <a:pt x="1451" y="0"/>
                    </a:cubicBezTo>
                    <a:close/>
                  </a:path>
                </a:pathLst>
              </a:custGeom>
              <a:solidFill>
                <a:srgbClr val="A8655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1"/>
              <p:cNvSpPr/>
              <p:nvPr/>
            </p:nvSpPr>
            <p:spPr>
              <a:xfrm>
                <a:off x="1549844" y="3088449"/>
                <a:ext cx="20709" cy="398818"/>
              </a:xfrm>
              <a:custGeom>
                <a:rect b="b" l="l" r="r" t="t"/>
                <a:pathLst>
                  <a:path extrusionOk="0" h="3736" w="194">
                    <a:moveTo>
                      <a:pt x="194" y="0"/>
                    </a:moveTo>
                    <a:cubicBezTo>
                      <a:pt x="133" y="0"/>
                      <a:pt x="61" y="0"/>
                      <a:pt x="0" y="12"/>
                    </a:cubicBezTo>
                    <a:lnTo>
                      <a:pt x="0" y="3735"/>
                    </a:lnTo>
                    <a:lnTo>
                      <a:pt x="194" y="3735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1"/>
              <p:cNvSpPr/>
              <p:nvPr/>
            </p:nvSpPr>
            <p:spPr>
              <a:xfrm>
                <a:off x="1400182" y="3067740"/>
                <a:ext cx="342027" cy="419527"/>
              </a:xfrm>
              <a:custGeom>
                <a:rect b="b" l="l" r="r" t="t"/>
                <a:pathLst>
                  <a:path extrusionOk="0" fill="none" h="3930" w="3204">
                    <a:moveTo>
                      <a:pt x="3203" y="3929"/>
                    </a:moveTo>
                    <a:lnTo>
                      <a:pt x="0" y="3929"/>
                    </a:lnTo>
                    <a:lnTo>
                      <a:pt x="0" y="1596"/>
                    </a:lnTo>
                    <a:cubicBezTo>
                      <a:pt x="0" y="726"/>
                      <a:pt x="701" y="1"/>
                      <a:pt x="1596" y="1"/>
                    </a:cubicBezTo>
                    <a:lnTo>
                      <a:pt x="1596" y="1"/>
                    </a:lnTo>
                    <a:cubicBezTo>
                      <a:pt x="2478" y="1"/>
                      <a:pt x="3203" y="702"/>
                      <a:pt x="3203" y="1596"/>
                    </a:cubicBezTo>
                    <a:lnTo>
                      <a:pt x="3203" y="3929"/>
                    </a:lnTo>
                    <a:close/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1"/>
              <p:cNvSpPr/>
              <p:nvPr/>
            </p:nvSpPr>
            <p:spPr>
              <a:xfrm>
                <a:off x="1570447" y="3067740"/>
                <a:ext cx="107" cy="419527"/>
              </a:xfrm>
              <a:custGeom>
                <a:rect b="b" l="l" r="r" t="t"/>
                <a:pathLst>
                  <a:path extrusionOk="0" fill="none" h="3930" w="1">
                    <a:moveTo>
                      <a:pt x="1" y="1"/>
                    </a:moveTo>
                    <a:lnTo>
                      <a:pt x="1" y="3929"/>
                    </a:lnTo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1"/>
              <p:cNvSpPr/>
              <p:nvPr/>
            </p:nvSpPr>
            <p:spPr>
              <a:xfrm>
                <a:off x="1401463" y="3218790"/>
                <a:ext cx="340746" cy="107"/>
              </a:xfrm>
              <a:custGeom>
                <a:rect b="b" l="l" r="r" t="t"/>
                <a:pathLst>
                  <a:path extrusionOk="0" fill="none" h="1" w="3192">
                    <a:moveTo>
                      <a:pt x="0" y="0"/>
                    </a:moveTo>
                    <a:lnTo>
                      <a:pt x="3191" y="0"/>
                    </a:lnTo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1"/>
              <p:cNvSpPr/>
              <p:nvPr/>
            </p:nvSpPr>
            <p:spPr>
              <a:xfrm>
                <a:off x="2123943" y="2341417"/>
                <a:ext cx="298260" cy="192257"/>
              </a:xfrm>
              <a:custGeom>
                <a:rect b="b" l="l" r="r" t="t"/>
                <a:pathLst>
                  <a:path extrusionOk="0" fill="none" h="1801" w="2794">
                    <a:moveTo>
                      <a:pt x="1" y="0"/>
                    </a:moveTo>
                    <a:lnTo>
                      <a:pt x="2793" y="0"/>
                    </a:lnTo>
                    <a:lnTo>
                      <a:pt x="2793" y="1801"/>
                    </a:lnTo>
                    <a:lnTo>
                      <a:pt x="1" y="180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>
                <a:off x="2138140" y="2349103"/>
                <a:ext cx="268476" cy="176885"/>
              </a:xfrm>
              <a:custGeom>
                <a:rect b="b" l="l" r="r" t="t"/>
                <a:pathLst>
                  <a:path extrusionOk="0" h="1657" w="2515">
                    <a:moveTo>
                      <a:pt x="1" y="1"/>
                    </a:moveTo>
                    <a:lnTo>
                      <a:pt x="1" y="1656"/>
                    </a:lnTo>
                    <a:lnTo>
                      <a:pt x="2515" y="1656"/>
                    </a:lnTo>
                    <a:lnTo>
                      <a:pt x="2515" y="1"/>
                    </a:ln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>
                <a:off x="2123943" y="2376218"/>
                <a:ext cx="296872" cy="107"/>
              </a:xfrm>
              <a:custGeom>
                <a:rect b="b" l="l" r="r" t="t"/>
                <a:pathLst>
                  <a:path extrusionOk="0" fill="none" h="1" w="2781">
                    <a:moveTo>
                      <a:pt x="1" y="0"/>
                    </a:moveTo>
                    <a:lnTo>
                      <a:pt x="2781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>
                <a:off x="2272324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1" y="0"/>
                    </a:moveTo>
                    <a:lnTo>
                      <a:pt x="1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>
                <a:off x="2526601" y="2341417"/>
                <a:ext cx="298153" cy="192257"/>
              </a:xfrm>
              <a:custGeom>
                <a:rect b="b" l="l" r="r" t="t"/>
                <a:pathLst>
                  <a:path extrusionOk="0" fill="none" h="1801" w="2793">
                    <a:moveTo>
                      <a:pt x="0" y="0"/>
                    </a:moveTo>
                    <a:lnTo>
                      <a:pt x="2792" y="0"/>
                    </a:lnTo>
                    <a:lnTo>
                      <a:pt x="2792" y="1801"/>
                    </a:lnTo>
                    <a:lnTo>
                      <a:pt x="0" y="1801"/>
                    </a:lnTo>
                    <a:close/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>
                <a:off x="2542080" y="2349103"/>
                <a:ext cx="267195" cy="176885"/>
              </a:xfrm>
              <a:custGeom>
                <a:rect b="b" l="l" r="r" t="t"/>
                <a:pathLst>
                  <a:path extrusionOk="0" h="1657" w="2503">
                    <a:moveTo>
                      <a:pt x="0" y="1"/>
                    </a:moveTo>
                    <a:lnTo>
                      <a:pt x="0" y="1656"/>
                    </a:lnTo>
                    <a:lnTo>
                      <a:pt x="2502" y="1656"/>
                    </a:lnTo>
                    <a:lnTo>
                      <a:pt x="25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>
                <a:off x="2526601" y="2376218"/>
                <a:ext cx="296872" cy="107"/>
              </a:xfrm>
              <a:custGeom>
                <a:rect b="b" l="l" r="r" t="t"/>
                <a:pathLst>
                  <a:path extrusionOk="0" fill="none" h="1" w="2781">
                    <a:moveTo>
                      <a:pt x="0" y="0"/>
                    </a:moveTo>
                    <a:lnTo>
                      <a:pt x="2780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>
                <a:off x="2674983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0" y="0"/>
                    </a:moveTo>
                    <a:lnTo>
                      <a:pt x="0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>
                <a:off x="2929153" y="2341417"/>
                <a:ext cx="298153" cy="192257"/>
              </a:xfrm>
              <a:custGeom>
                <a:rect b="b" l="l" r="r" t="t"/>
                <a:pathLst>
                  <a:path extrusionOk="0" fill="none" h="1801" w="2793">
                    <a:moveTo>
                      <a:pt x="0" y="0"/>
                    </a:moveTo>
                    <a:lnTo>
                      <a:pt x="2792" y="0"/>
                    </a:lnTo>
                    <a:lnTo>
                      <a:pt x="2792" y="1801"/>
                    </a:lnTo>
                    <a:lnTo>
                      <a:pt x="0" y="1801"/>
                    </a:lnTo>
                    <a:close/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>
                <a:off x="2944632" y="2349103"/>
                <a:ext cx="268476" cy="176885"/>
              </a:xfrm>
              <a:custGeom>
                <a:rect b="b" l="l" r="r" t="t"/>
                <a:pathLst>
                  <a:path extrusionOk="0" h="1657" w="2515">
                    <a:moveTo>
                      <a:pt x="0" y="1"/>
                    </a:moveTo>
                    <a:lnTo>
                      <a:pt x="0" y="1656"/>
                    </a:lnTo>
                    <a:lnTo>
                      <a:pt x="2514" y="1656"/>
                    </a:lnTo>
                    <a:lnTo>
                      <a:pt x="25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>
                <a:off x="2929153" y="2376218"/>
                <a:ext cx="298153" cy="107"/>
              </a:xfrm>
              <a:custGeom>
                <a:rect b="b" l="l" r="r" t="t"/>
                <a:pathLst>
                  <a:path extrusionOk="0" fill="none" h="1" w="2793">
                    <a:moveTo>
                      <a:pt x="0" y="0"/>
                    </a:moveTo>
                    <a:lnTo>
                      <a:pt x="2792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>
                <a:off x="3078816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0" y="0"/>
                    </a:moveTo>
                    <a:lnTo>
                      <a:pt x="0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>
                <a:off x="2182014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90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690" y="1390"/>
                    </a:cubicBezTo>
                    <a:cubicBezTo>
                      <a:pt x="1077" y="1390"/>
                      <a:pt x="1391" y="1064"/>
                      <a:pt x="1391" y="689"/>
                    </a:cubicBezTo>
                    <a:cubicBezTo>
                      <a:pt x="1391" y="314"/>
                      <a:pt x="1089" y="0"/>
                      <a:pt x="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>
                <a:off x="2162693" y="3022585"/>
                <a:ext cx="187240" cy="187240"/>
              </a:xfrm>
              <a:custGeom>
                <a:rect b="b" l="l" r="r" t="t"/>
                <a:pathLst>
                  <a:path extrusionOk="0" fill="none" h="1754" w="1754">
                    <a:moveTo>
                      <a:pt x="1753" y="871"/>
                    </a:moveTo>
                    <a:cubicBezTo>
                      <a:pt x="1753" y="1355"/>
                      <a:pt x="1354" y="1754"/>
                      <a:pt x="871" y="1754"/>
                    </a:cubicBezTo>
                    <a:cubicBezTo>
                      <a:pt x="387" y="1754"/>
                      <a:pt x="1" y="1355"/>
                      <a:pt x="1" y="871"/>
                    </a:cubicBezTo>
                    <a:cubicBezTo>
                      <a:pt x="1" y="388"/>
                      <a:pt x="387" y="1"/>
                      <a:pt x="871" y="1"/>
                    </a:cubicBezTo>
                    <a:cubicBezTo>
                      <a:pt x="1354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>
                <a:off x="2460737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702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702" y="1390"/>
                    </a:cubicBezTo>
                    <a:cubicBezTo>
                      <a:pt x="1076" y="1390"/>
                      <a:pt x="1391" y="1064"/>
                      <a:pt x="1391" y="689"/>
                    </a:cubicBezTo>
                    <a:cubicBezTo>
                      <a:pt x="1391" y="314"/>
                      <a:pt x="1088" y="0"/>
                      <a:pt x="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>
                <a:off x="2441415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66" y="1754"/>
                      <a:pt x="883" y="1754"/>
                    </a:cubicBezTo>
                    <a:cubicBezTo>
                      <a:pt x="399" y="1754"/>
                      <a:pt x="0" y="1355"/>
                      <a:pt x="0" y="871"/>
                    </a:cubicBezTo>
                    <a:cubicBezTo>
                      <a:pt x="0" y="388"/>
                      <a:pt x="399" y="1"/>
                      <a:pt x="883" y="1"/>
                    </a:cubicBezTo>
                    <a:cubicBezTo>
                      <a:pt x="1366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31"/>
              <p:cNvSpPr/>
              <p:nvPr/>
            </p:nvSpPr>
            <p:spPr>
              <a:xfrm>
                <a:off x="2742021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90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690" y="1390"/>
                    </a:cubicBezTo>
                    <a:cubicBezTo>
                      <a:pt x="1064" y="1390"/>
                      <a:pt x="1391" y="1064"/>
                      <a:pt x="1391" y="689"/>
                    </a:cubicBezTo>
                    <a:cubicBezTo>
                      <a:pt x="1391" y="314"/>
                      <a:pt x="1064" y="0"/>
                      <a:pt x="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31"/>
              <p:cNvSpPr/>
              <p:nvPr/>
            </p:nvSpPr>
            <p:spPr>
              <a:xfrm>
                <a:off x="2720138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66" y="1754"/>
                      <a:pt x="882" y="1754"/>
                    </a:cubicBezTo>
                    <a:cubicBezTo>
                      <a:pt x="399" y="1754"/>
                      <a:pt x="0" y="1355"/>
                      <a:pt x="0" y="871"/>
                    </a:cubicBezTo>
                    <a:cubicBezTo>
                      <a:pt x="0" y="388"/>
                      <a:pt x="399" y="1"/>
                      <a:pt x="882" y="1"/>
                    </a:cubicBezTo>
                    <a:cubicBezTo>
                      <a:pt x="1366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>
                <a:off x="3020744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89" y="0"/>
                    </a:moveTo>
                    <a:cubicBezTo>
                      <a:pt x="315" y="0"/>
                      <a:pt x="0" y="314"/>
                      <a:pt x="0" y="689"/>
                    </a:cubicBezTo>
                    <a:cubicBezTo>
                      <a:pt x="0" y="1064"/>
                      <a:pt x="315" y="1390"/>
                      <a:pt x="689" y="1390"/>
                    </a:cubicBezTo>
                    <a:cubicBezTo>
                      <a:pt x="1076" y="1390"/>
                      <a:pt x="1390" y="1064"/>
                      <a:pt x="1390" y="689"/>
                    </a:cubicBezTo>
                    <a:cubicBezTo>
                      <a:pt x="1390" y="314"/>
                      <a:pt x="1076" y="0"/>
                      <a:pt x="6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>
                <a:off x="3001422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54" y="1754"/>
                      <a:pt x="870" y="1754"/>
                    </a:cubicBezTo>
                    <a:cubicBezTo>
                      <a:pt x="387" y="1754"/>
                      <a:pt x="0" y="1355"/>
                      <a:pt x="0" y="871"/>
                    </a:cubicBezTo>
                    <a:cubicBezTo>
                      <a:pt x="0" y="388"/>
                      <a:pt x="387" y="1"/>
                      <a:pt x="870" y="1"/>
                    </a:cubicBezTo>
                    <a:cubicBezTo>
                      <a:pt x="1354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6" name="Google Shape;1726;p31"/>
            <p:cNvGrpSpPr/>
            <p:nvPr/>
          </p:nvGrpSpPr>
          <p:grpSpPr>
            <a:xfrm>
              <a:off x="638138" y="3738867"/>
              <a:ext cx="3331221" cy="200705"/>
              <a:chOff x="5264650" y="4342167"/>
              <a:chExt cx="3331221" cy="200705"/>
            </a:xfrm>
          </p:grpSpPr>
          <p:sp>
            <p:nvSpPr>
              <p:cNvPr id="1727" name="Google Shape;1727;p31"/>
              <p:cNvSpPr/>
              <p:nvPr/>
            </p:nvSpPr>
            <p:spPr>
              <a:xfrm>
                <a:off x="5342805" y="4342167"/>
                <a:ext cx="3176564" cy="200705"/>
              </a:xfrm>
              <a:custGeom>
                <a:rect b="b" l="l" r="r" t="t"/>
                <a:pathLst>
                  <a:path extrusionOk="0" h="4376" w="69259">
                    <a:moveTo>
                      <a:pt x="1" y="0"/>
                    </a:moveTo>
                    <a:cubicBezTo>
                      <a:pt x="1" y="2418"/>
                      <a:pt x="1959" y="4376"/>
                      <a:pt x="4376" y="4376"/>
                    </a:cubicBezTo>
                    <a:lnTo>
                      <a:pt x="64871" y="4376"/>
                    </a:lnTo>
                    <a:cubicBezTo>
                      <a:pt x="67288" y="4376"/>
                      <a:pt x="69258" y="2430"/>
                      <a:pt x="69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>
                <a:off x="5264650" y="4342717"/>
                <a:ext cx="3331221" cy="20548"/>
              </a:xfrm>
              <a:custGeom>
                <a:rect b="b" l="l" r="r" t="t"/>
                <a:pathLst>
                  <a:path extrusionOk="0" h="448" w="72631">
                    <a:moveTo>
                      <a:pt x="0" y="0"/>
                    </a:moveTo>
                    <a:lnTo>
                      <a:pt x="0" y="448"/>
                    </a:lnTo>
                    <a:lnTo>
                      <a:pt x="72630" y="448"/>
                    </a:lnTo>
                    <a:lnTo>
                      <a:pt x="726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9" name="Google Shape;1729;p31"/>
            <p:cNvSpPr/>
            <p:nvPr/>
          </p:nvSpPr>
          <p:spPr>
            <a:xfrm>
              <a:off x="3121171" y="1903000"/>
              <a:ext cx="581163" cy="1835879"/>
            </a:xfrm>
            <a:custGeom>
              <a:rect b="b" l="l" r="r" t="t"/>
              <a:pathLst>
                <a:path extrusionOk="0" h="32648" w="10335">
                  <a:moveTo>
                    <a:pt x="0" y="0"/>
                  </a:moveTo>
                  <a:lnTo>
                    <a:pt x="0" y="32647"/>
                  </a:lnTo>
                  <a:lnTo>
                    <a:pt x="10334" y="32647"/>
                  </a:lnTo>
                  <a:lnTo>
                    <a:pt x="10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0" name="Google Shape;1730;p31"/>
            <p:cNvGrpSpPr/>
            <p:nvPr/>
          </p:nvGrpSpPr>
          <p:grpSpPr>
            <a:xfrm>
              <a:off x="2786607" y="1226526"/>
              <a:ext cx="581131" cy="2512336"/>
              <a:chOff x="5718450" y="2422075"/>
              <a:chExt cx="460850" cy="1992336"/>
            </a:xfrm>
          </p:grpSpPr>
          <p:sp>
            <p:nvSpPr>
              <p:cNvPr id="1731" name="Google Shape;1731;p31"/>
              <p:cNvSpPr/>
              <p:nvPr/>
            </p:nvSpPr>
            <p:spPr>
              <a:xfrm>
                <a:off x="5833479" y="4045230"/>
                <a:ext cx="125182" cy="233266"/>
              </a:xfrm>
              <a:custGeom>
                <a:rect b="b" l="l" r="r" t="t"/>
                <a:pathLst>
                  <a:path extrusionOk="0" h="4461" w="2394">
                    <a:moveTo>
                      <a:pt x="1197" y="1"/>
                    </a:moveTo>
                    <a:cubicBezTo>
                      <a:pt x="798" y="1"/>
                      <a:pt x="484" y="315"/>
                      <a:pt x="484" y="714"/>
                    </a:cubicBezTo>
                    <a:cubicBezTo>
                      <a:pt x="484" y="883"/>
                      <a:pt x="545" y="1016"/>
                      <a:pt x="617" y="1137"/>
                    </a:cubicBezTo>
                    <a:cubicBezTo>
                      <a:pt x="424" y="1306"/>
                      <a:pt x="291" y="1548"/>
                      <a:pt x="291" y="1826"/>
                    </a:cubicBezTo>
                    <a:cubicBezTo>
                      <a:pt x="291" y="2031"/>
                      <a:pt x="351" y="2213"/>
                      <a:pt x="448" y="2346"/>
                    </a:cubicBezTo>
                    <a:cubicBezTo>
                      <a:pt x="182" y="2551"/>
                      <a:pt x="1" y="2902"/>
                      <a:pt x="1" y="3264"/>
                    </a:cubicBezTo>
                    <a:cubicBezTo>
                      <a:pt x="1" y="3917"/>
                      <a:pt x="533" y="4461"/>
                      <a:pt x="1197" y="4461"/>
                    </a:cubicBezTo>
                    <a:cubicBezTo>
                      <a:pt x="1850" y="4461"/>
                      <a:pt x="2394" y="3929"/>
                      <a:pt x="2394" y="3264"/>
                    </a:cubicBezTo>
                    <a:cubicBezTo>
                      <a:pt x="2370" y="2902"/>
                      <a:pt x="2213" y="2551"/>
                      <a:pt x="1935" y="2346"/>
                    </a:cubicBezTo>
                    <a:cubicBezTo>
                      <a:pt x="2043" y="2188"/>
                      <a:pt x="2104" y="2007"/>
                      <a:pt x="2104" y="1826"/>
                    </a:cubicBezTo>
                    <a:cubicBezTo>
                      <a:pt x="2104" y="1548"/>
                      <a:pt x="1971" y="1306"/>
                      <a:pt x="1765" y="1137"/>
                    </a:cubicBezTo>
                    <a:cubicBezTo>
                      <a:pt x="1862" y="1016"/>
                      <a:pt x="1910" y="883"/>
                      <a:pt x="1910" y="714"/>
                    </a:cubicBezTo>
                    <a:cubicBezTo>
                      <a:pt x="1910" y="315"/>
                      <a:pt x="1584" y="1"/>
                      <a:pt x="1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31"/>
              <p:cNvSpPr/>
              <p:nvPr/>
            </p:nvSpPr>
            <p:spPr>
              <a:xfrm>
                <a:off x="5896070" y="4145731"/>
                <a:ext cx="52" cy="268666"/>
              </a:xfrm>
              <a:custGeom>
                <a:rect b="b" l="l" r="r" t="t"/>
                <a:pathLst>
                  <a:path extrusionOk="0" fill="none" h="5138" w="1">
                    <a:moveTo>
                      <a:pt x="0" y="0"/>
                    </a:moveTo>
                    <a:lnTo>
                      <a:pt x="0" y="5137"/>
                    </a:lnTo>
                  </a:path>
                </a:pathLst>
              </a:custGeom>
              <a:solidFill>
                <a:schemeClr val="dk2"/>
              </a:solidFill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31"/>
              <p:cNvSpPr/>
              <p:nvPr/>
            </p:nvSpPr>
            <p:spPr>
              <a:xfrm>
                <a:off x="5944387" y="2422075"/>
                <a:ext cx="9568" cy="202163"/>
              </a:xfrm>
              <a:custGeom>
                <a:rect b="b" l="l" r="r" t="t"/>
                <a:pathLst>
                  <a:path extrusionOk="0" h="4099" w="194">
                    <a:moveTo>
                      <a:pt x="0" y="1"/>
                    </a:moveTo>
                    <a:lnTo>
                      <a:pt x="0" y="4098"/>
                    </a:lnTo>
                    <a:lnTo>
                      <a:pt x="194" y="4098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5944387" y="2561603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0" y="0"/>
                    </a:moveTo>
                    <a:lnTo>
                      <a:pt x="0" y="1282"/>
                    </a:lnTo>
                    <a:lnTo>
                      <a:pt x="194" y="128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5905621" y="2486488"/>
                <a:ext cx="9568" cy="160389"/>
              </a:xfrm>
              <a:custGeom>
                <a:rect b="b" l="l" r="r" t="t"/>
                <a:pathLst>
                  <a:path extrusionOk="0" h="3252" w="194">
                    <a:moveTo>
                      <a:pt x="1" y="0"/>
                    </a:moveTo>
                    <a:lnTo>
                      <a:pt x="1" y="3252"/>
                    </a:lnTo>
                    <a:lnTo>
                      <a:pt x="194" y="325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5981920" y="2486488"/>
                <a:ext cx="10209" cy="160389"/>
              </a:xfrm>
              <a:custGeom>
                <a:rect b="b" l="l" r="r" t="t"/>
                <a:pathLst>
                  <a:path extrusionOk="0" h="3252" w="207">
                    <a:moveTo>
                      <a:pt x="1" y="0"/>
                    </a:moveTo>
                    <a:lnTo>
                      <a:pt x="1" y="3252"/>
                    </a:lnTo>
                    <a:lnTo>
                      <a:pt x="206" y="3252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31"/>
              <p:cNvSpPr/>
              <p:nvPr/>
            </p:nvSpPr>
            <p:spPr>
              <a:xfrm>
                <a:off x="5905621" y="2573538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1" y="0"/>
                    </a:moveTo>
                    <a:lnTo>
                      <a:pt x="1" y="1281"/>
                    </a:lnTo>
                    <a:lnTo>
                      <a:pt x="194" y="1281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31"/>
              <p:cNvSpPr/>
              <p:nvPr/>
            </p:nvSpPr>
            <p:spPr>
              <a:xfrm>
                <a:off x="5981920" y="2573538"/>
                <a:ext cx="10209" cy="63228"/>
              </a:xfrm>
              <a:custGeom>
                <a:rect b="b" l="l" r="r" t="t"/>
                <a:pathLst>
                  <a:path extrusionOk="0" h="1282" w="207">
                    <a:moveTo>
                      <a:pt x="1" y="0"/>
                    </a:moveTo>
                    <a:lnTo>
                      <a:pt x="1" y="1281"/>
                    </a:lnTo>
                    <a:lnTo>
                      <a:pt x="206" y="128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5843033" y="2582465"/>
                <a:ext cx="211681" cy="410786"/>
              </a:xfrm>
              <a:custGeom>
                <a:rect b="b" l="l" r="r" t="t"/>
                <a:pathLst>
                  <a:path extrusionOk="0" h="8329" w="4292">
                    <a:moveTo>
                      <a:pt x="2140" y="0"/>
                    </a:moveTo>
                    <a:cubicBezTo>
                      <a:pt x="1197" y="0"/>
                      <a:pt x="375" y="568"/>
                      <a:pt x="0" y="1402"/>
                    </a:cubicBezTo>
                    <a:lnTo>
                      <a:pt x="0" y="8328"/>
                    </a:lnTo>
                    <a:lnTo>
                      <a:pt x="4291" y="8328"/>
                    </a:lnTo>
                    <a:lnTo>
                      <a:pt x="4291" y="1402"/>
                    </a:lnTo>
                    <a:cubicBezTo>
                      <a:pt x="3917" y="568"/>
                      <a:pt x="3095" y="0"/>
                      <a:pt x="2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5859112" y="2597952"/>
                <a:ext cx="178884" cy="379764"/>
              </a:xfrm>
              <a:custGeom>
                <a:rect b="b" l="l" r="r" t="t"/>
                <a:pathLst>
                  <a:path extrusionOk="0" h="7700" w="3627">
                    <a:moveTo>
                      <a:pt x="1814" y="1"/>
                    </a:moveTo>
                    <a:cubicBezTo>
                      <a:pt x="1064" y="1"/>
                      <a:pt x="351" y="460"/>
                      <a:pt x="1" y="1161"/>
                    </a:cubicBezTo>
                    <a:lnTo>
                      <a:pt x="1" y="7700"/>
                    </a:lnTo>
                    <a:lnTo>
                      <a:pt x="3627" y="7700"/>
                    </a:lnTo>
                    <a:lnTo>
                      <a:pt x="3627" y="1161"/>
                    </a:lnTo>
                    <a:cubicBezTo>
                      <a:pt x="3288" y="460"/>
                      <a:pt x="2575" y="1"/>
                      <a:pt x="1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5873415" y="2612847"/>
                <a:ext cx="150278" cy="350567"/>
              </a:xfrm>
              <a:custGeom>
                <a:rect b="b" l="l" r="r" t="t"/>
                <a:pathLst>
                  <a:path extrusionOk="0" h="7108" w="3047">
                    <a:moveTo>
                      <a:pt x="1524" y="1"/>
                    </a:moveTo>
                    <a:cubicBezTo>
                      <a:pt x="907" y="1"/>
                      <a:pt x="315" y="363"/>
                      <a:pt x="1" y="944"/>
                    </a:cubicBezTo>
                    <a:lnTo>
                      <a:pt x="1" y="7096"/>
                    </a:lnTo>
                    <a:lnTo>
                      <a:pt x="1" y="7108"/>
                    </a:lnTo>
                    <a:lnTo>
                      <a:pt x="3047" y="7108"/>
                    </a:lnTo>
                    <a:lnTo>
                      <a:pt x="3047" y="944"/>
                    </a:lnTo>
                    <a:cubicBezTo>
                      <a:pt x="2733" y="363"/>
                      <a:pt x="2140" y="1"/>
                      <a:pt x="15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5918740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5978369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5843033" y="2724952"/>
                <a:ext cx="211090" cy="137751"/>
              </a:xfrm>
              <a:custGeom>
                <a:rect b="b" l="l" r="r" t="t"/>
                <a:pathLst>
                  <a:path extrusionOk="0" h="2793" w="4280">
                    <a:moveTo>
                      <a:pt x="2140" y="0"/>
                    </a:moveTo>
                    <a:cubicBezTo>
                      <a:pt x="1378" y="0"/>
                      <a:pt x="629" y="194"/>
                      <a:pt x="0" y="556"/>
                    </a:cubicBezTo>
                    <a:lnTo>
                      <a:pt x="0" y="2792"/>
                    </a:lnTo>
                    <a:lnTo>
                      <a:pt x="4279" y="2792"/>
                    </a:lnTo>
                    <a:lnTo>
                      <a:pt x="4279" y="544"/>
                    </a:lnTo>
                    <a:cubicBezTo>
                      <a:pt x="3639" y="194"/>
                      <a:pt x="2913" y="0"/>
                      <a:pt x="2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5760767" y="2748182"/>
                <a:ext cx="375621" cy="729098"/>
              </a:xfrm>
              <a:custGeom>
                <a:rect b="b" l="l" r="r" t="t"/>
                <a:pathLst>
                  <a:path extrusionOk="0" h="14783" w="7616">
                    <a:moveTo>
                      <a:pt x="3808" y="1"/>
                    </a:moveTo>
                    <a:cubicBezTo>
                      <a:pt x="2128" y="1"/>
                      <a:pt x="677" y="1028"/>
                      <a:pt x="0" y="2502"/>
                    </a:cubicBezTo>
                    <a:lnTo>
                      <a:pt x="0" y="14783"/>
                    </a:lnTo>
                    <a:lnTo>
                      <a:pt x="7615" y="14783"/>
                    </a:lnTo>
                    <a:lnTo>
                      <a:pt x="7615" y="2502"/>
                    </a:lnTo>
                    <a:cubicBezTo>
                      <a:pt x="6938" y="1028"/>
                      <a:pt x="5488" y="1"/>
                      <a:pt x="38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5789965" y="2777972"/>
                <a:ext cx="317818" cy="671295"/>
              </a:xfrm>
              <a:custGeom>
                <a:rect b="b" l="l" r="r" t="t"/>
                <a:pathLst>
                  <a:path extrusionOk="0" h="13611" w="6444">
                    <a:moveTo>
                      <a:pt x="3216" y="1"/>
                    </a:moveTo>
                    <a:cubicBezTo>
                      <a:pt x="1874" y="1"/>
                      <a:pt x="617" y="799"/>
                      <a:pt x="1" y="2056"/>
                    </a:cubicBezTo>
                    <a:lnTo>
                      <a:pt x="1" y="13611"/>
                    </a:lnTo>
                    <a:lnTo>
                      <a:pt x="6443" y="13611"/>
                    </a:lnTo>
                    <a:lnTo>
                      <a:pt x="6443" y="2056"/>
                    </a:lnTo>
                    <a:cubicBezTo>
                      <a:pt x="5815" y="799"/>
                      <a:pt x="4557" y="1"/>
                      <a:pt x="32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800125" y="2933578"/>
                <a:ext cx="296315" cy="229535"/>
              </a:xfrm>
              <a:custGeom>
                <a:rect b="b" l="l" r="r" t="t"/>
                <a:pathLst>
                  <a:path extrusionOk="0" h="4654" w="6008">
                    <a:moveTo>
                      <a:pt x="0" y="1"/>
                    </a:moveTo>
                    <a:lnTo>
                      <a:pt x="0" y="4654"/>
                    </a:lnTo>
                    <a:lnTo>
                      <a:pt x="6007" y="4654"/>
                    </a:lnTo>
                    <a:lnTo>
                      <a:pt x="60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31"/>
              <p:cNvSpPr/>
              <p:nvPr/>
            </p:nvSpPr>
            <p:spPr>
              <a:xfrm>
                <a:off x="5800716" y="2787540"/>
                <a:ext cx="296315" cy="125223"/>
              </a:xfrm>
              <a:custGeom>
                <a:rect b="b" l="l" r="r" t="t"/>
                <a:pathLst>
                  <a:path extrusionOk="0" h="2539" w="6008">
                    <a:moveTo>
                      <a:pt x="2998" y="0"/>
                    </a:moveTo>
                    <a:cubicBezTo>
                      <a:pt x="1765" y="0"/>
                      <a:pt x="580" y="738"/>
                      <a:pt x="0" y="1886"/>
                    </a:cubicBezTo>
                    <a:lnTo>
                      <a:pt x="0" y="2538"/>
                    </a:lnTo>
                    <a:lnTo>
                      <a:pt x="6007" y="2538"/>
                    </a:lnTo>
                    <a:lnTo>
                      <a:pt x="6007" y="1886"/>
                    </a:lnTo>
                    <a:cubicBezTo>
                      <a:pt x="5415" y="738"/>
                      <a:pt x="4243" y="0"/>
                      <a:pt x="2998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31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5906213" y="2746406"/>
                <a:ext cx="42366" cy="180659"/>
              </a:xfrm>
              <a:custGeom>
                <a:rect b="b" l="l" r="r" t="t"/>
                <a:pathLst>
                  <a:path extrusionOk="0" fill="none" h="3663" w="859">
                    <a:moveTo>
                      <a:pt x="1" y="0"/>
                    </a:moveTo>
                    <a:lnTo>
                      <a:pt x="859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31"/>
              <p:cNvSpPr/>
              <p:nvPr/>
            </p:nvSpPr>
            <p:spPr>
              <a:xfrm>
                <a:off x="5866855" y="2764852"/>
                <a:ext cx="81723" cy="162213"/>
              </a:xfrm>
              <a:custGeom>
                <a:rect b="b" l="l" r="r" t="t"/>
                <a:pathLst>
                  <a:path extrusionOk="0" fill="none" h="3289" w="1657">
                    <a:moveTo>
                      <a:pt x="1" y="1"/>
                    </a:moveTo>
                    <a:lnTo>
                      <a:pt x="1657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1"/>
              <p:cNvSpPr/>
              <p:nvPr/>
            </p:nvSpPr>
            <p:spPr>
              <a:xfrm>
                <a:off x="5832282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1" y="0"/>
                    </a:moveTo>
                    <a:lnTo>
                      <a:pt x="2358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5806684" y="2833408"/>
                <a:ext cx="141894" cy="93659"/>
              </a:xfrm>
              <a:custGeom>
                <a:rect b="b" l="l" r="r" t="t"/>
                <a:pathLst>
                  <a:path extrusionOk="0" fill="none" h="1899" w="2877">
                    <a:moveTo>
                      <a:pt x="0" y="1"/>
                    </a:moveTo>
                    <a:lnTo>
                      <a:pt x="2877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5789965" y="2878141"/>
                <a:ext cx="158613" cy="48925"/>
              </a:xfrm>
              <a:custGeom>
                <a:rect b="b" l="l" r="r" t="t"/>
                <a:pathLst>
                  <a:path extrusionOk="0" fill="none" h="992" w="3216">
                    <a:moveTo>
                      <a:pt x="1" y="0"/>
                    </a:moveTo>
                    <a:lnTo>
                      <a:pt x="3216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5948530" y="2746406"/>
                <a:ext cx="43007" cy="180659"/>
              </a:xfrm>
              <a:custGeom>
                <a:rect b="b" l="l" r="r" t="t"/>
                <a:pathLst>
                  <a:path extrusionOk="0" fill="none" h="3663" w="872">
                    <a:moveTo>
                      <a:pt x="871" y="0"/>
                    </a:moveTo>
                    <a:lnTo>
                      <a:pt x="1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5948530" y="2764852"/>
                <a:ext cx="82315" cy="162213"/>
              </a:xfrm>
              <a:custGeom>
                <a:rect b="b" l="l" r="r" t="t"/>
                <a:pathLst>
                  <a:path extrusionOk="0" fill="none" h="3289" w="1669">
                    <a:moveTo>
                      <a:pt x="1669" y="1"/>
                    </a:moveTo>
                    <a:lnTo>
                      <a:pt x="1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5948530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2358" y="0"/>
                    </a:moveTo>
                    <a:lnTo>
                      <a:pt x="1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5948530" y="2833408"/>
                <a:ext cx="142535" cy="93659"/>
              </a:xfrm>
              <a:custGeom>
                <a:rect b="b" l="l" r="r" t="t"/>
                <a:pathLst>
                  <a:path extrusionOk="0" fill="none" h="1899" w="2890">
                    <a:moveTo>
                      <a:pt x="2890" y="1"/>
                    </a:moveTo>
                    <a:lnTo>
                      <a:pt x="1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5948530" y="2878141"/>
                <a:ext cx="159254" cy="48925"/>
              </a:xfrm>
              <a:custGeom>
                <a:rect b="b" l="l" r="r" t="t"/>
                <a:pathLst>
                  <a:path extrusionOk="0" fill="none" h="992" w="3229">
                    <a:moveTo>
                      <a:pt x="3228" y="0"/>
                    </a:moveTo>
                    <a:lnTo>
                      <a:pt x="1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5753024" y="2912715"/>
                <a:ext cx="392291" cy="20912"/>
              </a:xfrm>
              <a:custGeom>
                <a:rect b="b" l="l" r="r" t="t"/>
                <a:pathLst>
                  <a:path extrusionOk="0" h="424" w="7954">
                    <a:moveTo>
                      <a:pt x="0" y="0"/>
                    </a:moveTo>
                    <a:lnTo>
                      <a:pt x="0" y="424"/>
                    </a:lnTo>
                    <a:lnTo>
                      <a:pt x="7953" y="424"/>
                    </a:lnTo>
                    <a:lnTo>
                      <a:pt x="7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5753024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50" y="424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6107736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49" y="424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5760767" y="2933578"/>
                <a:ext cx="375621" cy="14352"/>
              </a:xfrm>
              <a:custGeom>
                <a:rect b="b" l="l" r="r" t="t"/>
                <a:pathLst>
                  <a:path extrusionOk="0" h="291" w="7616">
                    <a:moveTo>
                      <a:pt x="0" y="1"/>
                    </a:moveTo>
                    <a:lnTo>
                      <a:pt x="0" y="291"/>
                    </a:lnTo>
                    <a:lnTo>
                      <a:pt x="7615" y="291"/>
                    </a:lnTo>
                    <a:lnTo>
                      <a:pt x="7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585733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1" y="7325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5918148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5978960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604095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5727377" y="3008693"/>
                <a:ext cx="443584" cy="1405719"/>
              </a:xfrm>
              <a:custGeom>
                <a:rect b="b" l="l" r="r" t="t"/>
                <a:pathLst>
                  <a:path extrusionOk="0" h="28502" w="8994">
                    <a:moveTo>
                      <a:pt x="4485" y="0"/>
                    </a:moveTo>
                    <a:cubicBezTo>
                      <a:pt x="2515" y="0"/>
                      <a:pt x="798" y="1209"/>
                      <a:pt x="1" y="2962"/>
                    </a:cubicBezTo>
                    <a:lnTo>
                      <a:pt x="1" y="28501"/>
                    </a:lnTo>
                    <a:lnTo>
                      <a:pt x="8993" y="28501"/>
                    </a:lnTo>
                    <a:lnTo>
                      <a:pt x="8981" y="2962"/>
                    </a:lnTo>
                    <a:cubicBezTo>
                      <a:pt x="8171" y="1209"/>
                      <a:pt x="6467" y="0"/>
                      <a:pt x="44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31"/>
              <p:cNvSpPr/>
              <p:nvPr/>
            </p:nvSpPr>
            <p:spPr>
              <a:xfrm>
                <a:off x="5760767" y="3043266"/>
                <a:ext cx="375621" cy="1336572"/>
              </a:xfrm>
              <a:custGeom>
                <a:rect b="b" l="l" r="r" t="t"/>
                <a:pathLst>
                  <a:path extrusionOk="0" h="27100" w="7616">
                    <a:moveTo>
                      <a:pt x="3808" y="1"/>
                    </a:moveTo>
                    <a:cubicBezTo>
                      <a:pt x="2212" y="1"/>
                      <a:pt x="750" y="943"/>
                      <a:pt x="0" y="2430"/>
                    </a:cubicBezTo>
                    <a:lnTo>
                      <a:pt x="0" y="27099"/>
                    </a:lnTo>
                    <a:lnTo>
                      <a:pt x="7615" y="27099"/>
                    </a:lnTo>
                    <a:lnTo>
                      <a:pt x="7615" y="2430"/>
                    </a:lnTo>
                    <a:cubicBezTo>
                      <a:pt x="6878" y="943"/>
                      <a:pt x="5403" y="1"/>
                      <a:pt x="38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31"/>
              <p:cNvSpPr/>
              <p:nvPr/>
            </p:nvSpPr>
            <p:spPr>
              <a:xfrm>
                <a:off x="5795341" y="3211400"/>
                <a:ext cx="307066" cy="1131450"/>
              </a:xfrm>
              <a:custGeom>
                <a:rect b="b" l="l" r="r" t="t"/>
                <a:pathLst>
                  <a:path extrusionOk="0" h="22941" w="6226">
                    <a:moveTo>
                      <a:pt x="1" y="0"/>
                    </a:moveTo>
                    <a:lnTo>
                      <a:pt x="1" y="22941"/>
                    </a:lnTo>
                    <a:lnTo>
                      <a:pt x="6225" y="22941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31"/>
              <p:cNvSpPr/>
              <p:nvPr/>
            </p:nvSpPr>
            <p:spPr>
              <a:xfrm>
                <a:off x="5795341" y="3223878"/>
                <a:ext cx="62045" cy="77580"/>
              </a:xfrm>
              <a:custGeom>
                <a:rect b="b" l="l" r="r" t="t"/>
                <a:pathLst>
                  <a:path extrusionOk="0" h="1573" w="1258">
                    <a:moveTo>
                      <a:pt x="1137" y="1"/>
                    </a:moveTo>
                    <a:lnTo>
                      <a:pt x="1137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58" y="157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1"/>
              <p:cNvSpPr/>
              <p:nvPr/>
            </p:nvSpPr>
            <p:spPr>
              <a:xfrm>
                <a:off x="5857336" y="3223878"/>
                <a:ext cx="60861" cy="77580"/>
              </a:xfrm>
              <a:custGeom>
                <a:rect b="b" l="l" r="r" t="t"/>
                <a:pathLst>
                  <a:path extrusionOk="0" h="1573" w="1234">
                    <a:moveTo>
                      <a:pt x="1125" y="1"/>
                    </a:moveTo>
                    <a:lnTo>
                      <a:pt x="1125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33" y="157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31"/>
              <p:cNvSpPr/>
              <p:nvPr/>
            </p:nvSpPr>
            <p:spPr>
              <a:xfrm>
                <a:off x="5918148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7" y="1"/>
                    </a:moveTo>
                    <a:lnTo>
                      <a:pt x="1137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31"/>
              <p:cNvSpPr/>
              <p:nvPr/>
            </p:nvSpPr>
            <p:spPr>
              <a:xfrm>
                <a:off x="5979552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24" y="1"/>
                    </a:moveTo>
                    <a:lnTo>
                      <a:pt x="1124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1"/>
              <p:cNvSpPr/>
              <p:nvPr/>
            </p:nvSpPr>
            <p:spPr>
              <a:xfrm>
                <a:off x="6040956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6" y="1"/>
                    </a:moveTo>
                    <a:lnTo>
                      <a:pt x="1136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31"/>
              <p:cNvSpPr/>
              <p:nvPr/>
            </p:nvSpPr>
            <p:spPr>
              <a:xfrm>
                <a:off x="5795341" y="3301410"/>
                <a:ext cx="62045" cy="88233"/>
              </a:xfrm>
              <a:custGeom>
                <a:rect b="b" l="l" r="r" t="t"/>
                <a:pathLst>
                  <a:path extrusionOk="0" h="1789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31"/>
              <p:cNvSpPr/>
              <p:nvPr/>
            </p:nvSpPr>
            <p:spPr>
              <a:xfrm>
                <a:off x="5857336" y="3301410"/>
                <a:ext cx="60861" cy="88233"/>
              </a:xfrm>
              <a:custGeom>
                <a:rect b="b" l="l" r="r" t="t"/>
                <a:pathLst>
                  <a:path extrusionOk="0" h="1789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31"/>
              <p:cNvSpPr/>
              <p:nvPr/>
            </p:nvSpPr>
            <p:spPr>
              <a:xfrm>
                <a:off x="5918148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31"/>
              <p:cNvSpPr/>
              <p:nvPr/>
            </p:nvSpPr>
            <p:spPr>
              <a:xfrm>
                <a:off x="5979552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31"/>
              <p:cNvSpPr/>
              <p:nvPr/>
            </p:nvSpPr>
            <p:spPr>
              <a:xfrm>
                <a:off x="6040956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1"/>
              <p:cNvSpPr/>
              <p:nvPr/>
            </p:nvSpPr>
            <p:spPr>
              <a:xfrm>
                <a:off x="5795341" y="3389595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1"/>
              <p:cNvSpPr/>
              <p:nvPr/>
            </p:nvSpPr>
            <p:spPr>
              <a:xfrm>
                <a:off x="5857336" y="3389595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1"/>
              <p:cNvSpPr/>
              <p:nvPr/>
            </p:nvSpPr>
            <p:spPr>
              <a:xfrm>
                <a:off x="5918148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1"/>
              <p:cNvSpPr/>
              <p:nvPr/>
            </p:nvSpPr>
            <p:spPr>
              <a:xfrm>
                <a:off x="5979552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31"/>
              <p:cNvSpPr/>
              <p:nvPr/>
            </p:nvSpPr>
            <p:spPr>
              <a:xfrm>
                <a:off x="6040956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31"/>
              <p:cNvSpPr/>
              <p:nvPr/>
            </p:nvSpPr>
            <p:spPr>
              <a:xfrm>
                <a:off x="5795341" y="3477237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1"/>
              <p:cNvSpPr/>
              <p:nvPr/>
            </p:nvSpPr>
            <p:spPr>
              <a:xfrm>
                <a:off x="5857336" y="3477237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1"/>
              <p:cNvSpPr/>
              <p:nvPr/>
            </p:nvSpPr>
            <p:spPr>
              <a:xfrm>
                <a:off x="5918148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1"/>
              <p:cNvSpPr/>
              <p:nvPr/>
            </p:nvSpPr>
            <p:spPr>
              <a:xfrm>
                <a:off x="5979552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1"/>
              <p:cNvSpPr/>
              <p:nvPr/>
            </p:nvSpPr>
            <p:spPr>
              <a:xfrm>
                <a:off x="6040956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1"/>
              <p:cNvSpPr/>
              <p:nvPr/>
            </p:nvSpPr>
            <p:spPr>
              <a:xfrm>
                <a:off x="5795341" y="3565472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31"/>
              <p:cNvSpPr/>
              <p:nvPr/>
            </p:nvSpPr>
            <p:spPr>
              <a:xfrm>
                <a:off x="5857336" y="3565472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1"/>
              <p:cNvSpPr/>
              <p:nvPr/>
            </p:nvSpPr>
            <p:spPr>
              <a:xfrm>
                <a:off x="5918148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31"/>
              <p:cNvSpPr/>
              <p:nvPr/>
            </p:nvSpPr>
            <p:spPr>
              <a:xfrm>
                <a:off x="5979552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31"/>
              <p:cNvSpPr/>
              <p:nvPr/>
            </p:nvSpPr>
            <p:spPr>
              <a:xfrm>
                <a:off x="6040956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31"/>
              <p:cNvSpPr/>
              <p:nvPr/>
            </p:nvSpPr>
            <p:spPr>
              <a:xfrm>
                <a:off x="5795341" y="3654298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31"/>
              <p:cNvSpPr/>
              <p:nvPr/>
            </p:nvSpPr>
            <p:spPr>
              <a:xfrm>
                <a:off x="5857336" y="3654298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31"/>
              <p:cNvSpPr/>
              <p:nvPr/>
            </p:nvSpPr>
            <p:spPr>
              <a:xfrm>
                <a:off x="5918148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1"/>
              <p:cNvSpPr/>
              <p:nvPr/>
            </p:nvSpPr>
            <p:spPr>
              <a:xfrm>
                <a:off x="5979552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1"/>
              <p:cNvSpPr/>
              <p:nvPr/>
            </p:nvSpPr>
            <p:spPr>
              <a:xfrm>
                <a:off x="6040956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1"/>
              <p:cNvSpPr/>
              <p:nvPr/>
            </p:nvSpPr>
            <p:spPr>
              <a:xfrm>
                <a:off x="5795341" y="3741940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1"/>
              <p:cNvSpPr/>
              <p:nvPr/>
            </p:nvSpPr>
            <p:spPr>
              <a:xfrm>
                <a:off x="5857336" y="3741940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1"/>
              <p:cNvSpPr/>
              <p:nvPr/>
            </p:nvSpPr>
            <p:spPr>
              <a:xfrm>
                <a:off x="5918148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1"/>
              <p:cNvSpPr/>
              <p:nvPr/>
            </p:nvSpPr>
            <p:spPr>
              <a:xfrm>
                <a:off x="5979552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1"/>
              <p:cNvSpPr/>
              <p:nvPr/>
            </p:nvSpPr>
            <p:spPr>
              <a:xfrm>
                <a:off x="6040956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1"/>
              <p:cNvSpPr/>
              <p:nvPr/>
            </p:nvSpPr>
            <p:spPr>
              <a:xfrm>
                <a:off x="5795341" y="3830175"/>
                <a:ext cx="62045" cy="87642"/>
              </a:xfrm>
              <a:custGeom>
                <a:rect b="b" l="l" r="r" t="t"/>
                <a:pathLst>
                  <a:path extrusionOk="0" h="1777" w="1258">
                    <a:moveTo>
                      <a:pt x="1137" y="0"/>
                    </a:moveTo>
                    <a:lnTo>
                      <a:pt x="1137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1"/>
              <p:cNvSpPr/>
              <p:nvPr/>
            </p:nvSpPr>
            <p:spPr>
              <a:xfrm>
                <a:off x="5857336" y="3830175"/>
                <a:ext cx="60861" cy="87642"/>
              </a:xfrm>
              <a:custGeom>
                <a:rect b="b" l="l" r="r" t="t"/>
                <a:pathLst>
                  <a:path extrusionOk="0" h="1777" w="1234">
                    <a:moveTo>
                      <a:pt x="1125" y="0"/>
                    </a:moveTo>
                    <a:lnTo>
                      <a:pt x="1125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1"/>
              <p:cNvSpPr/>
              <p:nvPr/>
            </p:nvSpPr>
            <p:spPr>
              <a:xfrm>
                <a:off x="5918148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7" y="0"/>
                    </a:moveTo>
                    <a:lnTo>
                      <a:pt x="1137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1"/>
              <p:cNvSpPr/>
              <p:nvPr/>
            </p:nvSpPr>
            <p:spPr>
              <a:xfrm>
                <a:off x="5979552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24" y="0"/>
                    </a:moveTo>
                    <a:lnTo>
                      <a:pt x="1124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1"/>
              <p:cNvSpPr/>
              <p:nvPr/>
            </p:nvSpPr>
            <p:spPr>
              <a:xfrm>
                <a:off x="6040956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6" y="0"/>
                    </a:moveTo>
                    <a:lnTo>
                      <a:pt x="1136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1"/>
              <p:cNvSpPr/>
              <p:nvPr/>
            </p:nvSpPr>
            <p:spPr>
              <a:xfrm>
                <a:off x="5795341" y="3917768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1"/>
              <p:cNvSpPr/>
              <p:nvPr/>
            </p:nvSpPr>
            <p:spPr>
              <a:xfrm>
                <a:off x="5857336" y="3917768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1"/>
              <p:cNvSpPr/>
              <p:nvPr/>
            </p:nvSpPr>
            <p:spPr>
              <a:xfrm>
                <a:off x="5918148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1"/>
              <p:cNvSpPr/>
              <p:nvPr/>
            </p:nvSpPr>
            <p:spPr>
              <a:xfrm>
                <a:off x="5979552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1"/>
              <p:cNvSpPr/>
              <p:nvPr/>
            </p:nvSpPr>
            <p:spPr>
              <a:xfrm>
                <a:off x="6040956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1"/>
              <p:cNvSpPr/>
              <p:nvPr/>
            </p:nvSpPr>
            <p:spPr>
              <a:xfrm>
                <a:off x="5795341" y="4006002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1"/>
              <p:cNvSpPr/>
              <p:nvPr/>
            </p:nvSpPr>
            <p:spPr>
              <a:xfrm>
                <a:off x="5857336" y="4006002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1"/>
              <p:cNvSpPr/>
              <p:nvPr/>
            </p:nvSpPr>
            <p:spPr>
              <a:xfrm>
                <a:off x="5918148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1"/>
              <p:cNvSpPr/>
              <p:nvPr/>
            </p:nvSpPr>
            <p:spPr>
              <a:xfrm>
                <a:off x="5979552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1"/>
              <p:cNvSpPr/>
              <p:nvPr/>
            </p:nvSpPr>
            <p:spPr>
              <a:xfrm>
                <a:off x="6040956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1"/>
              <p:cNvSpPr/>
              <p:nvPr/>
            </p:nvSpPr>
            <p:spPr>
              <a:xfrm>
                <a:off x="5795341" y="409364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31"/>
              <p:cNvSpPr/>
              <p:nvPr/>
            </p:nvSpPr>
            <p:spPr>
              <a:xfrm>
                <a:off x="5857336" y="409364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1"/>
              <p:cNvSpPr/>
              <p:nvPr/>
            </p:nvSpPr>
            <p:spPr>
              <a:xfrm>
                <a:off x="5918148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1"/>
              <p:cNvSpPr/>
              <p:nvPr/>
            </p:nvSpPr>
            <p:spPr>
              <a:xfrm>
                <a:off x="5979552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1"/>
              <p:cNvSpPr/>
              <p:nvPr/>
            </p:nvSpPr>
            <p:spPr>
              <a:xfrm>
                <a:off x="6040956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1"/>
              <p:cNvSpPr/>
              <p:nvPr/>
            </p:nvSpPr>
            <p:spPr>
              <a:xfrm>
                <a:off x="5795341" y="4182471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1"/>
              <p:cNvSpPr/>
              <p:nvPr/>
            </p:nvSpPr>
            <p:spPr>
              <a:xfrm>
                <a:off x="5857336" y="4182471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1"/>
              <p:cNvSpPr/>
              <p:nvPr/>
            </p:nvSpPr>
            <p:spPr>
              <a:xfrm>
                <a:off x="5918148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1"/>
              <p:cNvSpPr/>
              <p:nvPr/>
            </p:nvSpPr>
            <p:spPr>
              <a:xfrm>
                <a:off x="5979552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1"/>
              <p:cNvSpPr/>
              <p:nvPr/>
            </p:nvSpPr>
            <p:spPr>
              <a:xfrm>
                <a:off x="6040956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1"/>
              <p:cNvSpPr/>
              <p:nvPr/>
            </p:nvSpPr>
            <p:spPr>
              <a:xfrm>
                <a:off x="5795341" y="425398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1"/>
              <p:cNvSpPr/>
              <p:nvPr/>
            </p:nvSpPr>
            <p:spPr>
              <a:xfrm>
                <a:off x="5857336" y="425398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1"/>
              <p:cNvSpPr/>
              <p:nvPr/>
            </p:nvSpPr>
            <p:spPr>
              <a:xfrm>
                <a:off x="5918148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31"/>
              <p:cNvSpPr/>
              <p:nvPr/>
            </p:nvSpPr>
            <p:spPr>
              <a:xfrm>
                <a:off x="5979552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1"/>
              <p:cNvSpPr/>
              <p:nvPr/>
            </p:nvSpPr>
            <p:spPr>
              <a:xfrm>
                <a:off x="6040956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1"/>
              <p:cNvSpPr/>
              <p:nvPr/>
            </p:nvSpPr>
            <p:spPr>
              <a:xfrm>
                <a:off x="5778078" y="3213767"/>
                <a:ext cx="342182" cy="1149945"/>
              </a:xfrm>
              <a:custGeom>
                <a:rect b="b" l="l" r="r" t="t"/>
                <a:pathLst>
                  <a:path extrusionOk="0" fill="none" h="23316" w="6938">
                    <a:moveTo>
                      <a:pt x="0" y="0"/>
                    </a:moveTo>
                    <a:lnTo>
                      <a:pt x="6938" y="0"/>
                    </a:lnTo>
                    <a:lnTo>
                      <a:pt x="6938" y="23316"/>
                    </a:lnTo>
                    <a:lnTo>
                      <a:pt x="0" y="23316"/>
                    </a:lnTo>
                    <a:close/>
                  </a:path>
                </a:pathLst>
              </a:custGeom>
              <a:noFill/>
              <a:ln cap="flat" cmpd="sng" w="3925">
                <a:solidFill>
                  <a:schemeClr val="l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1"/>
              <p:cNvSpPr/>
              <p:nvPr/>
            </p:nvSpPr>
            <p:spPr>
              <a:xfrm>
                <a:off x="5773294" y="3055794"/>
                <a:ext cx="350567" cy="147270"/>
              </a:xfrm>
              <a:custGeom>
                <a:rect b="b" l="l" r="r" t="t"/>
                <a:pathLst>
                  <a:path extrusionOk="0" h="2986" w="7108">
                    <a:moveTo>
                      <a:pt x="3554" y="0"/>
                    </a:moveTo>
                    <a:cubicBezTo>
                      <a:pt x="2091" y="0"/>
                      <a:pt x="701" y="871"/>
                      <a:pt x="0" y="2236"/>
                    </a:cubicBezTo>
                    <a:lnTo>
                      <a:pt x="0" y="2986"/>
                    </a:lnTo>
                    <a:lnTo>
                      <a:pt x="7107" y="2986"/>
                    </a:lnTo>
                    <a:lnTo>
                      <a:pt x="7107" y="2236"/>
                    </a:lnTo>
                    <a:cubicBezTo>
                      <a:pt x="6418" y="871"/>
                      <a:pt x="5028" y="0"/>
                      <a:pt x="3554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1"/>
              <p:cNvSpPr/>
              <p:nvPr/>
            </p:nvSpPr>
            <p:spPr>
              <a:xfrm>
                <a:off x="5718450" y="3203015"/>
                <a:ext cx="459662" cy="20912"/>
              </a:xfrm>
              <a:custGeom>
                <a:rect b="b" l="l" r="r" t="t"/>
                <a:pathLst>
                  <a:path extrusionOk="0" h="424" w="9320">
                    <a:moveTo>
                      <a:pt x="0" y="1"/>
                    </a:moveTo>
                    <a:lnTo>
                      <a:pt x="0" y="424"/>
                    </a:lnTo>
                    <a:lnTo>
                      <a:pt x="9319" y="424"/>
                    </a:lnTo>
                    <a:lnTo>
                      <a:pt x="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1"/>
              <p:cNvSpPr/>
              <p:nvPr/>
            </p:nvSpPr>
            <p:spPr>
              <a:xfrm>
                <a:off x="5718450" y="3203015"/>
                <a:ext cx="42366" cy="20912"/>
              </a:xfrm>
              <a:custGeom>
                <a:rect b="b" l="l" r="r" t="t"/>
                <a:pathLst>
                  <a:path extrusionOk="0" h="424" w="859">
                    <a:moveTo>
                      <a:pt x="0" y="1"/>
                    </a:moveTo>
                    <a:lnTo>
                      <a:pt x="0" y="424"/>
                    </a:lnTo>
                    <a:lnTo>
                      <a:pt x="858" y="424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1"/>
              <p:cNvSpPr/>
              <p:nvPr/>
            </p:nvSpPr>
            <p:spPr>
              <a:xfrm>
                <a:off x="6136342" y="3203015"/>
                <a:ext cx="42958" cy="20912"/>
              </a:xfrm>
              <a:custGeom>
                <a:rect b="b" l="l" r="r" t="t"/>
                <a:pathLst>
                  <a:path extrusionOk="0" h="424" w="871">
                    <a:moveTo>
                      <a:pt x="0" y="1"/>
                    </a:moveTo>
                    <a:lnTo>
                      <a:pt x="0" y="424"/>
                    </a:lnTo>
                    <a:lnTo>
                      <a:pt x="870" y="424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1"/>
              <p:cNvSpPr/>
              <p:nvPr/>
            </p:nvSpPr>
            <p:spPr>
              <a:xfrm>
                <a:off x="5727377" y="3223878"/>
                <a:ext cx="443584" cy="15585"/>
              </a:xfrm>
              <a:custGeom>
                <a:rect b="b" l="l" r="r" t="t"/>
                <a:pathLst>
                  <a:path extrusionOk="0" h="316" w="8994">
                    <a:moveTo>
                      <a:pt x="1" y="1"/>
                    </a:moveTo>
                    <a:lnTo>
                      <a:pt x="1" y="315"/>
                    </a:lnTo>
                    <a:lnTo>
                      <a:pt x="8993" y="315"/>
                    </a:lnTo>
                    <a:lnTo>
                      <a:pt x="89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1"/>
              <p:cNvSpPr/>
              <p:nvPr/>
            </p:nvSpPr>
            <p:spPr>
              <a:xfrm>
                <a:off x="585733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1" y="1"/>
                    </a:moveTo>
                    <a:lnTo>
                      <a:pt x="1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1"/>
              <p:cNvSpPr/>
              <p:nvPr/>
            </p:nvSpPr>
            <p:spPr>
              <a:xfrm>
                <a:off x="5918148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1"/>
              <p:cNvSpPr/>
              <p:nvPr/>
            </p:nvSpPr>
            <p:spPr>
              <a:xfrm>
                <a:off x="5978960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1"/>
              <p:cNvSpPr/>
              <p:nvPr/>
            </p:nvSpPr>
            <p:spPr>
              <a:xfrm>
                <a:off x="604095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31"/>
              <p:cNvSpPr/>
              <p:nvPr/>
            </p:nvSpPr>
            <p:spPr>
              <a:xfrm>
                <a:off x="5781038" y="330141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1"/>
              <p:cNvSpPr/>
              <p:nvPr/>
            </p:nvSpPr>
            <p:spPr>
              <a:xfrm>
                <a:off x="5781038" y="338959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1"/>
              <p:cNvSpPr/>
              <p:nvPr/>
            </p:nvSpPr>
            <p:spPr>
              <a:xfrm>
                <a:off x="5781038" y="3477237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1"/>
              <p:cNvSpPr/>
              <p:nvPr/>
            </p:nvSpPr>
            <p:spPr>
              <a:xfrm>
                <a:off x="5781038" y="356547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1"/>
              <p:cNvSpPr/>
              <p:nvPr/>
            </p:nvSpPr>
            <p:spPr>
              <a:xfrm>
                <a:off x="5781038" y="365429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1"/>
              <p:cNvSpPr/>
              <p:nvPr/>
            </p:nvSpPr>
            <p:spPr>
              <a:xfrm>
                <a:off x="5781038" y="374194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1"/>
              <p:cNvSpPr/>
              <p:nvPr/>
            </p:nvSpPr>
            <p:spPr>
              <a:xfrm>
                <a:off x="5781038" y="382958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1"/>
              <p:cNvSpPr/>
              <p:nvPr/>
            </p:nvSpPr>
            <p:spPr>
              <a:xfrm>
                <a:off x="5781038" y="391776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1"/>
              <p:cNvSpPr/>
              <p:nvPr/>
            </p:nvSpPr>
            <p:spPr>
              <a:xfrm>
                <a:off x="5781038" y="400600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1"/>
              <p:cNvSpPr/>
              <p:nvPr/>
            </p:nvSpPr>
            <p:spPr>
              <a:xfrm>
                <a:off x="5781038" y="409364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1"/>
              <p:cNvSpPr/>
              <p:nvPr/>
            </p:nvSpPr>
            <p:spPr>
              <a:xfrm>
                <a:off x="5781038" y="4182471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1"/>
              <p:cNvSpPr/>
              <p:nvPr/>
            </p:nvSpPr>
            <p:spPr>
              <a:xfrm>
                <a:off x="5781038" y="427011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31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1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1"/>
              <p:cNvSpPr/>
              <p:nvPr/>
            </p:nvSpPr>
            <p:spPr>
              <a:xfrm>
                <a:off x="5899061" y="3007509"/>
                <a:ext cx="49517" cy="212273"/>
              </a:xfrm>
              <a:custGeom>
                <a:rect b="b" l="l" r="r" t="t"/>
                <a:pathLst>
                  <a:path extrusionOk="0" fill="none" h="4304" w="1004">
                    <a:moveTo>
                      <a:pt x="1" y="0"/>
                    </a:moveTo>
                    <a:lnTo>
                      <a:pt x="1004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1"/>
              <p:cNvSpPr/>
              <p:nvPr/>
            </p:nvSpPr>
            <p:spPr>
              <a:xfrm>
                <a:off x="5851960" y="3028963"/>
                <a:ext cx="96618" cy="190819"/>
              </a:xfrm>
              <a:custGeom>
                <a:rect b="b" l="l" r="r" t="t"/>
                <a:pathLst>
                  <a:path extrusionOk="0" fill="none" h="3869" w="1959">
                    <a:moveTo>
                      <a:pt x="1" y="0"/>
                    </a:moveTo>
                    <a:lnTo>
                      <a:pt x="1959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1"/>
              <p:cNvSpPr/>
              <p:nvPr/>
            </p:nvSpPr>
            <p:spPr>
              <a:xfrm>
                <a:off x="5811419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1" y="0"/>
                    </a:moveTo>
                    <a:lnTo>
                      <a:pt x="278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1"/>
              <p:cNvSpPr/>
              <p:nvPr/>
            </p:nvSpPr>
            <p:spPr>
              <a:xfrm>
                <a:off x="5780446" y="3109454"/>
                <a:ext cx="168132" cy="110329"/>
              </a:xfrm>
              <a:custGeom>
                <a:rect b="b" l="l" r="r" t="t"/>
                <a:pathLst>
                  <a:path extrusionOk="0" fill="none" h="2237" w="3409">
                    <a:moveTo>
                      <a:pt x="0" y="0"/>
                    </a:moveTo>
                    <a:lnTo>
                      <a:pt x="3409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31"/>
              <p:cNvSpPr/>
              <p:nvPr/>
            </p:nvSpPr>
            <p:spPr>
              <a:xfrm>
                <a:off x="5760767" y="3162474"/>
                <a:ext cx="187811" cy="57310"/>
              </a:xfrm>
              <a:custGeom>
                <a:rect b="b" l="l" r="r" t="t"/>
                <a:pathLst>
                  <a:path extrusionOk="0" fill="none" h="1162" w="3808">
                    <a:moveTo>
                      <a:pt x="0" y="1"/>
                    </a:moveTo>
                    <a:lnTo>
                      <a:pt x="3808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1"/>
              <p:cNvSpPr/>
              <p:nvPr/>
            </p:nvSpPr>
            <p:spPr>
              <a:xfrm>
                <a:off x="5948530" y="3007509"/>
                <a:ext cx="50158" cy="212273"/>
              </a:xfrm>
              <a:custGeom>
                <a:rect b="b" l="l" r="r" t="t"/>
                <a:pathLst>
                  <a:path extrusionOk="0" fill="none" h="4304" w="1017">
                    <a:moveTo>
                      <a:pt x="1016" y="0"/>
                    </a:moveTo>
                    <a:lnTo>
                      <a:pt x="1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31"/>
              <p:cNvSpPr/>
              <p:nvPr/>
            </p:nvSpPr>
            <p:spPr>
              <a:xfrm>
                <a:off x="5948530" y="3028963"/>
                <a:ext cx="97210" cy="190819"/>
              </a:xfrm>
              <a:custGeom>
                <a:rect b="b" l="l" r="r" t="t"/>
                <a:pathLst>
                  <a:path extrusionOk="0" fill="none" h="3869" w="1971">
                    <a:moveTo>
                      <a:pt x="1971" y="0"/>
                    </a:moveTo>
                    <a:lnTo>
                      <a:pt x="1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1"/>
              <p:cNvSpPr/>
              <p:nvPr/>
            </p:nvSpPr>
            <p:spPr>
              <a:xfrm>
                <a:off x="5948530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2781" y="0"/>
                    </a:moveTo>
                    <a:lnTo>
                      <a:pt x="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1"/>
              <p:cNvSpPr/>
              <p:nvPr/>
            </p:nvSpPr>
            <p:spPr>
              <a:xfrm>
                <a:off x="5948530" y="3109454"/>
                <a:ext cx="168773" cy="110329"/>
              </a:xfrm>
              <a:custGeom>
                <a:rect b="b" l="l" r="r" t="t"/>
                <a:pathLst>
                  <a:path extrusionOk="0" fill="none" h="2237" w="3422">
                    <a:moveTo>
                      <a:pt x="3421" y="0"/>
                    </a:moveTo>
                    <a:lnTo>
                      <a:pt x="1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31"/>
              <p:cNvSpPr/>
              <p:nvPr/>
            </p:nvSpPr>
            <p:spPr>
              <a:xfrm>
                <a:off x="5948530" y="3162474"/>
                <a:ext cx="187860" cy="57310"/>
              </a:xfrm>
              <a:custGeom>
                <a:rect b="b" l="l" r="r" t="t"/>
                <a:pathLst>
                  <a:path extrusionOk="0" fill="none" h="1162" w="3809">
                    <a:moveTo>
                      <a:pt x="3808" y="1"/>
                    </a:moveTo>
                    <a:lnTo>
                      <a:pt x="1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71" name="Google Shape;1871;p31"/>
          <p:cNvSpPr txBox="1"/>
          <p:nvPr/>
        </p:nvSpPr>
        <p:spPr>
          <a:xfrm>
            <a:off x="3721775" y="1297400"/>
            <a:ext cx="54222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Incident Count (Top 3) </a:t>
            </a:r>
            <a:endParaRPr b="1" sz="2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Mt. Oliver Boro: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101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Mt. Oliver Neighborhood: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117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Troy Hill-Herrs Island: 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252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Best </a:t>
            </a: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Neighborhood</a:t>
            </a: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 based on Crime Incidents</a:t>
            </a:r>
            <a:endParaRPr b="1" sz="2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Looking at this data set shows that Mt Oliver Borough is still the safest neighborhood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Final Thoughts</a:t>
            </a:r>
            <a:endParaRPr u="sng"/>
          </a:p>
        </p:txBody>
      </p:sp>
      <p:sp>
        <p:nvSpPr>
          <p:cNvPr id="1877" name="Google Shape;1877;p32"/>
          <p:cNvSpPr txBox="1"/>
          <p:nvPr/>
        </p:nvSpPr>
        <p:spPr>
          <a:xfrm>
            <a:off x="784050" y="1197150"/>
            <a:ext cx="7259100" cy="3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data leads to Mt Oliver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Borough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being the obvious best or safest neighborhood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 Oliver and Mt Oliver Borough are technically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different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entities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 Oliver Borough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isn't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technically Pittsburgh but its located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between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Knoxville and Pittsburgh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It’s still important to know the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safety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the Borough due to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proximity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Pittsburgh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disregarding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the Borough the Neighborhood is the safest neighborhood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33"/>
          <p:cNvSpPr txBox="1"/>
          <p:nvPr>
            <p:ph idx="1" type="body"/>
          </p:nvPr>
        </p:nvSpPr>
        <p:spPr>
          <a:xfrm>
            <a:off x="720000" y="1223650"/>
            <a:ext cx="77040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https://github.com/Gleason2044/Final-Project.git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83" name="Google Shape;1883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ban Street Design Project Proposal by Slidesgo">
  <a:themeElements>
    <a:clrScheme name="Simple Light">
      <a:dk1>
        <a:srgbClr val="6B4036"/>
      </a:dk1>
      <a:lt1>
        <a:srgbClr val="F8F3E1"/>
      </a:lt1>
      <a:dk2>
        <a:srgbClr val="DBD2AC"/>
      </a:dk2>
      <a:lt2>
        <a:srgbClr val="FFFFFF"/>
      </a:lt2>
      <a:accent1>
        <a:srgbClr val="C4A762"/>
      </a:accent1>
      <a:accent2>
        <a:srgbClr val="877444"/>
      </a:accent2>
      <a:accent3>
        <a:srgbClr val="E3AFA1"/>
      </a:accent3>
      <a:accent4>
        <a:srgbClr val="C27461"/>
      </a:accent4>
      <a:accent5>
        <a:srgbClr val="A9D5EB"/>
      </a:accent5>
      <a:accent6>
        <a:srgbClr val="4393BA"/>
      </a:accent6>
      <a:hlink>
        <a:srgbClr val="6B40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